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93" r:id="rId5"/>
  </p:sldMasterIdLst>
  <p:notesMasterIdLst>
    <p:notesMasterId r:id="rId7"/>
  </p:notesMasterIdLst>
  <p:sldIdLst>
    <p:sldId id="323" r:id="rId6"/>
  </p:sldIdLst>
  <p:sldSz cx="9144000" cy="6858000" type="screen4x3"/>
  <p:notesSz cx="7010400" cy="9296400"/>
  <p:custDataLst>
    <p:tags r:id="rId8"/>
  </p:custDataLst>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4047">
          <p15:clr>
            <a:srgbClr val="A4A3A4"/>
          </p15:clr>
        </p15:guide>
        <p15:guide id="2" orient="horz" pos="814">
          <p15:clr>
            <a:srgbClr val="A4A3A4"/>
          </p15:clr>
        </p15:guide>
        <p15:guide id="3" orient="horz" pos="2160">
          <p15:clr>
            <a:srgbClr val="A4A3A4"/>
          </p15:clr>
        </p15:guide>
        <p15:guide id="4" orient="horz" pos="4224">
          <p15:clr>
            <a:srgbClr val="A4A3A4"/>
          </p15:clr>
        </p15:guide>
        <p15:guide id="5" orient="horz" pos="620">
          <p15:clr>
            <a:srgbClr val="A4A3A4"/>
          </p15:clr>
        </p15:guide>
        <p15:guide id="6" orient="horz" pos="1048">
          <p15:clr>
            <a:srgbClr val="A4A3A4"/>
          </p15:clr>
        </p15:guide>
        <p15:guide id="7" pos="2510">
          <p15:clr>
            <a:srgbClr val="A4A3A4"/>
          </p15:clr>
        </p15:guide>
        <p15:guide id="8" pos="5494">
          <p15:clr>
            <a:srgbClr val="A4A3A4"/>
          </p15:clr>
        </p15:guide>
        <p15:guide id="9" pos="10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00080"/>
    <a:srgbClr val="660066"/>
    <a:srgbClr val="000080"/>
    <a:srgbClr val="003344"/>
    <a:srgbClr val="AA1133"/>
    <a:srgbClr val="66AA44"/>
    <a:srgbClr val="6688BB"/>
    <a:srgbClr val="88D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ittlere Formatvorlage 3 - Akz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05" autoAdjust="0"/>
    <p:restoredTop sz="95852" autoAdjust="0"/>
  </p:normalViewPr>
  <p:slideViewPr>
    <p:cSldViewPr snapToGrid="0">
      <p:cViewPr varScale="1">
        <p:scale>
          <a:sx n="74" d="100"/>
          <a:sy n="74" d="100"/>
        </p:scale>
        <p:origin x="1766" y="283"/>
      </p:cViewPr>
      <p:guideLst>
        <p:guide orient="horz" pos="4047"/>
        <p:guide orient="horz" pos="814"/>
        <p:guide orient="horz" pos="2160"/>
        <p:guide orient="horz" pos="4224"/>
        <p:guide orient="horz" pos="620"/>
        <p:guide orient="horz" pos="1048"/>
        <p:guide pos="2510"/>
        <p:guide pos="5494"/>
        <p:guide pos="10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B2F7C3F-4783-43EC-A81F-840CDEC62225}"/>
              </a:ext>
            </a:extLst>
          </p:cNvPr>
          <p:cNvSpPr>
            <a:spLocks noGrp="1"/>
          </p:cNvSpPr>
          <p:nvPr>
            <p:ph type="hdr" sz="quarter"/>
          </p:nvPr>
        </p:nvSpPr>
        <p:spPr>
          <a:xfrm>
            <a:off x="0" y="0"/>
            <a:ext cx="3038475" cy="465138"/>
          </a:xfrm>
          <a:prstGeom prst="rect">
            <a:avLst/>
          </a:prstGeom>
        </p:spPr>
        <p:txBody>
          <a:bodyPr vert="horz" wrap="square" lIns="93177" tIns="46589" rIns="93177" bIns="46589" numCol="1" anchor="t" anchorCtr="0" compatLnSpc="1">
            <a:prstTxWarp prst="textNoShape">
              <a:avLst/>
            </a:prstTxWarp>
          </a:bodyPr>
          <a:lstStyle>
            <a:lvl1pPr eaLnBrk="1" hangingPunct="1">
              <a:defRPr sz="1200">
                <a:latin typeface="Calibri" pitchFamily="34" charset="0"/>
                <a:cs typeface="Arial" charset="0"/>
              </a:defRPr>
            </a:lvl1pPr>
          </a:lstStyle>
          <a:p>
            <a:pPr>
              <a:defRPr/>
            </a:pPr>
            <a:endParaRPr lang="en-US" altLang="en-US"/>
          </a:p>
        </p:txBody>
      </p:sp>
      <p:sp>
        <p:nvSpPr>
          <p:cNvPr id="3" name="Datumsplatzhalter 2">
            <a:extLst>
              <a:ext uri="{FF2B5EF4-FFF2-40B4-BE49-F238E27FC236}">
                <a16:creationId xmlns:a16="http://schemas.microsoft.com/office/drawing/2014/main" id="{C4E9EC84-8075-4694-905B-43575C3F02A6}"/>
              </a:ext>
            </a:extLst>
          </p:cNvPr>
          <p:cNvSpPr>
            <a:spLocks noGrp="1"/>
          </p:cNvSpPr>
          <p:nvPr>
            <p:ph type="dt" idx="1"/>
          </p:nvPr>
        </p:nvSpPr>
        <p:spPr>
          <a:xfrm>
            <a:off x="3970338" y="0"/>
            <a:ext cx="3038475" cy="465138"/>
          </a:xfrm>
          <a:prstGeom prst="rect">
            <a:avLst/>
          </a:prstGeom>
        </p:spPr>
        <p:txBody>
          <a:bodyPr vert="horz" wrap="square" lIns="93177" tIns="46589" rIns="93177" bIns="46589" numCol="1" anchor="t" anchorCtr="0" compatLnSpc="1">
            <a:prstTxWarp prst="textNoShape">
              <a:avLst/>
            </a:prstTxWarp>
          </a:bodyPr>
          <a:lstStyle>
            <a:lvl1pPr algn="r" eaLnBrk="1" hangingPunct="1">
              <a:defRPr sz="1200">
                <a:latin typeface="Calibri" pitchFamily="34" charset="0"/>
                <a:cs typeface="Arial" charset="0"/>
              </a:defRPr>
            </a:lvl1pPr>
          </a:lstStyle>
          <a:p>
            <a:pPr>
              <a:defRPr/>
            </a:pPr>
            <a:fld id="{DC6CC83F-5B1B-4567-A38A-A793718E9D94}" type="datetimeFigureOut">
              <a:rPr lang="de-DE" altLang="en-US"/>
              <a:pPr>
                <a:defRPr/>
              </a:pPr>
              <a:t>30.07.2026</a:t>
            </a:fld>
            <a:endParaRPr lang="de-DE" altLang="en-US"/>
          </a:p>
        </p:txBody>
      </p:sp>
      <p:sp>
        <p:nvSpPr>
          <p:cNvPr id="4" name="Folienbildplatzhalter 3">
            <a:extLst>
              <a:ext uri="{FF2B5EF4-FFF2-40B4-BE49-F238E27FC236}">
                <a16:creationId xmlns:a16="http://schemas.microsoft.com/office/drawing/2014/main" id="{80D18B05-E730-4F2B-B28F-AA4D7EB411C4}"/>
              </a:ext>
            </a:extLst>
          </p:cNvPr>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de-DE" noProof="0" dirty="0"/>
          </a:p>
        </p:txBody>
      </p:sp>
      <p:sp>
        <p:nvSpPr>
          <p:cNvPr id="5" name="Notizenplatzhalter 4">
            <a:extLst>
              <a:ext uri="{FF2B5EF4-FFF2-40B4-BE49-F238E27FC236}">
                <a16:creationId xmlns:a16="http://schemas.microsoft.com/office/drawing/2014/main" id="{A61F51EF-C9F2-4EE0-BB37-604B117B258D}"/>
              </a:ext>
            </a:extLst>
          </p:cNvPr>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a:extLst>
              <a:ext uri="{FF2B5EF4-FFF2-40B4-BE49-F238E27FC236}">
                <a16:creationId xmlns:a16="http://schemas.microsoft.com/office/drawing/2014/main" id="{D64DF4B6-3292-4E22-A55F-D31F89ED16E6}"/>
              </a:ext>
            </a:extLst>
          </p:cNvPr>
          <p:cNvSpPr>
            <a:spLocks noGrp="1"/>
          </p:cNvSpPr>
          <p:nvPr>
            <p:ph type="ftr" sz="quarter" idx="4"/>
          </p:nvPr>
        </p:nvSpPr>
        <p:spPr>
          <a:xfrm>
            <a:off x="0" y="8829675"/>
            <a:ext cx="3038475" cy="465138"/>
          </a:xfrm>
          <a:prstGeom prst="rect">
            <a:avLst/>
          </a:prstGeom>
        </p:spPr>
        <p:txBody>
          <a:bodyPr vert="horz" wrap="square" lIns="93177" tIns="46589" rIns="93177" bIns="46589" numCol="1" anchor="b" anchorCtr="0" compatLnSpc="1">
            <a:prstTxWarp prst="textNoShape">
              <a:avLst/>
            </a:prstTxWarp>
          </a:bodyPr>
          <a:lstStyle>
            <a:lvl1pPr eaLnBrk="1" hangingPunct="1">
              <a:defRPr sz="1200">
                <a:latin typeface="Calibri" pitchFamily="34" charset="0"/>
                <a:cs typeface="Arial" charset="0"/>
              </a:defRPr>
            </a:lvl1pPr>
          </a:lstStyle>
          <a:p>
            <a:pPr>
              <a:defRPr/>
            </a:pPr>
            <a:endParaRPr lang="en-US" altLang="en-US"/>
          </a:p>
        </p:txBody>
      </p:sp>
      <p:sp>
        <p:nvSpPr>
          <p:cNvPr id="7" name="Foliennummernplatzhalter 6">
            <a:extLst>
              <a:ext uri="{FF2B5EF4-FFF2-40B4-BE49-F238E27FC236}">
                <a16:creationId xmlns:a16="http://schemas.microsoft.com/office/drawing/2014/main" id="{A0BE1AA2-2F8F-4A31-B409-DDBFF02BFE30}"/>
              </a:ext>
            </a:extLst>
          </p:cNvPr>
          <p:cNvSpPr>
            <a:spLocks noGrp="1"/>
          </p:cNvSpPr>
          <p:nvPr>
            <p:ph type="sldNum" sz="quarter" idx="5"/>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B929104-7844-4FC2-BAFE-261E914BD978}" type="slidenum">
              <a:rPr lang="de-DE" altLang="en-US"/>
              <a:pPr>
                <a:defRPr/>
              </a:pPr>
              <a:t>‹#›</a:t>
            </a:fld>
            <a:endParaRPr lang="de-DE"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544D165-46BE-41D9-BF40-50CE68C1E612}"/>
              </a:ext>
            </a:extLst>
          </p:cNvPr>
          <p:cNvSpPr>
            <a:spLocks noGrp="1" noRot="1" noChangeAspect="1" noChangeArrowheads="1" noTextEdit="1"/>
          </p:cNvSpPr>
          <p:nvPr>
            <p:ph type="sldImg"/>
          </p:nvPr>
        </p:nvSpPr>
        <p:spPr bwMode="auto">
          <a:xfrm>
            <a:off x="1189038" y="703263"/>
            <a:ext cx="4633912" cy="3475037"/>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47" name="Rectangle 3">
            <a:extLst>
              <a:ext uri="{FF2B5EF4-FFF2-40B4-BE49-F238E27FC236}">
                <a16:creationId xmlns:a16="http://schemas.microsoft.com/office/drawing/2014/main" id="{B3719CEC-372D-4C5A-8B56-B0E607211A0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755" tIns="46378" rIns="92755" bIns="46378" numCol="1" anchor="t" anchorCtr="0" compatLnSpc="1">
            <a:prstTxWarp prst="textNoShape">
              <a:avLst/>
            </a:prstTxWarp>
          </a:bodyPr>
          <a:lstStyle/>
          <a:p>
            <a:pPr marL="193675" indent="-193675">
              <a:tabLst>
                <a:tab pos="1527175" algn="l"/>
              </a:tabLst>
            </a:pP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C Banner">
            <a:extLst>
              <a:ext uri="{FF2B5EF4-FFF2-40B4-BE49-F238E27FC236}">
                <a16:creationId xmlns:a16="http://schemas.microsoft.com/office/drawing/2014/main" id="{0BBADA88-368B-4ACB-852C-8F0AD2707904}"/>
              </a:ext>
            </a:extLst>
          </p:cNvPr>
          <p:cNvSpPr>
            <a:spLocks noChangeArrowheads="1"/>
          </p:cNvSpPr>
          <p:nvPr userDrawn="1"/>
        </p:nvSpPr>
        <p:spPr bwMode="auto">
          <a:xfrm>
            <a:off x="0" y="0"/>
            <a:ext cx="9144000" cy="3427413"/>
          </a:xfrm>
          <a:prstGeom prst="rect">
            <a:avLst/>
          </a:prstGeom>
          <a:gradFill rotWithShape="0">
            <a:gsLst>
              <a:gs pos="0">
                <a:schemeClr val="accent1"/>
              </a:gs>
              <a:gs pos="100000">
                <a:schemeClr val="accent1">
                  <a:gamma/>
                  <a:shade val="46275"/>
                  <a:invGamma/>
                </a:schemeClr>
              </a:gs>
            </a:gsLst>
            <a:path path="rect">
              <a:fillToRect l="100000" t="100000"/>
            </a:path>
          </a:gradFill>
          <a:ln w="12700">
            <a:noFill/>
            <a:miter lim="800000"/>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lnSpc>
                <a:spcPct val="80000"/>
              </a:lnSpc>
              <a:defRPr/>
            </a:pPr>
            <a:endParaRPr lang="en-GB" altLang="en-US" sz="3200">
              <a:solidFill>
                <a:srgbClr val="000000"/>
              </a:solidFill>
            </a:endParaRPr>
          </a:p>
        </p:txBody>
      </p:sp>
      <p:pic>
        <p:nvPicPr>
          <p:cNvPr id="5" name="Picture 76">
            <a:extLst>
              <a:ext uri="{FF2B5EF4-FFF2-40B4-BE49-F238E27FC236}">
                <a16:creationId xmlns:a16="http://schemas.microsoft.com/office/drawing/2014/main" id="{D07BF64B-AAD1-4FDE-92E8-582FAD68715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5450" y="1936750"/>
            <a:ext cx="3702050" cy="193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78">
            <a:extLst>
              <a:ext uri="{FF2B5EF4-FFF2-40B4-BE49-F238E27FC236}">
                <a16:creationId xmlns:a16="http://schemas.microsoft.com/office/drawing/2014/main" id="{E98ACF27-FA83-426C-A66C-6226E5422CF3}"/>
              </a:ext>
            </a:extLst>
          </p:cNvPr>
          <p:cNvSpPr>
            <a:spLocks noChangeArrowheads="1"/>
          </p:cNvSpPr>
          <p:nvPr/>
        </p:nvSpPr>
        <p:spPr bwMode="auto">
          <a:xfrm>
            <a:off x="241300" y="6489700"/>
            <a:ext cx="53975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defRPr/>
            </a:pPr>
            <a:endParaRPr lang="en-US" altLang="en-US" sz="1200" b="1">
              <a:solidFill>
                <a:srgbClr val="000000"/>
              </a:solidFill>
            </a:endParaRPr>
          </a:p>
        </p:txBody>
      </p:sp>
      <p:sp>
        <p:nvSpPr>
          <p:cNvPr id="10300" name="Rectangle 60"/>
          <p:cNvSpPr>
            <a:spLocks noGrp="1" noChangeArrowheads="1"/>
          </p:cNvSpPr>
          <p:nvPr>
            <p:ph type="ctrTitle" sz="quarter"/>
          </p:nvPr>
        </p:nvSpPr>
        <p:spPr>
          <a:xfrm>
            <a:off x="1508125" y="3738563"/>
            <a:ext cx="7378700" cy="1143000"/>
          </a:xfrm>
          <a:prstGeom prst="rect">
            <a:avLst/>
          </a:prstGeom>
        </p:spPr>
        <p:txBody>
          <a:bodyPr anchor="t"/>
          <a:lstStyle>
            <a:lvl1pPr>
              <a:defRPr>
                <a:solidFill>
                  <a:schemeClr val="tx1"/>
                </a:solidFill>
              </a:defRPr>
            </a:lvl1pPr>
          </a:lstStyle>
          <a:p>
            <a:endParaRPr lang="en-GB"/>
          </a:p>
        </p:txBody>
      </p:sp>
      <p:sp>
        <p:nvSpPr>
          <p:cNvPr id="10301" name="Rectangle 61"/>
          <p:cNvSpPr>
            <a:spLocks noGrp="1" noChangeArrowheads="1"/>
          </p:cNvSpPr>
          <p:nvPr>
            <p:ph type="subTitle" sz="quarter" idx="1"/>
          </p:nvPr>
        </p:nvSpPr>
        <p:spPr>
          <a:xfrm>
            <a:off x="2617788" y="5165725"/>
            <a:ext cx="6219825" cy="863600"/>
          </a:xfrm>
          <a:ln w="9525"/>
        </p:spPr>
        <p:txBody>
          <a:bodyPr lIns="91440" tIns="45720" rIns="91440" bIns="45720"/>
          <a:lstStyle>
            <a:lvl1pPr marL="58738" indent="0">
              <a:buFontTx/>
              <a:buNone/>
              <a:defRPr sz="2400"/>
            </a:lvl1pPr>
          </a:lstStyle>
          <a:p>
            <a:endParaRPr lang="en-GB"/>
          </a:p>
        </p:txBody>
      </p:sp>
      <p:sp>
        <p:nvSpPr>
          <p:cNvPr id="7" name="Rectangle 50">
            <a:extLst>
              <a:ext uri="{FF2B5EF4-FFF2-40B4-BE49-F238E27FC236}">
                <a16:creationId xmlns:a16="http://schemas.microsoft.com/office/drawing/2014/main" id="{7F32754F-D9E4-42F6-83FE-D3BBB5166E8E}"/>
              </a:ext>
            </a:extLst>
          </p:cNvPr>
          <p:cNvSpPr>
            <a:spLocks noGrp="1" noChangeArrowheads="1"/>
          </p:cNvSpPr>
          <p:nvPr>
            <p:ph type="ftr" sz="quarter" idx="10"/>
          </p:nvPr>
        </p:nvSpPr>
        <p:spPr>
          <a:xfrm>
            <a:off x="0" y="6083300"/>
            <a:ext cx="2895600" cy="457200"/>
          </a:xfrm>
          <a:ln w="12700"/>
        </p:spPr>
        <p:txBody>
          <a:bodyPr anchor="b"/>
          <a:lstStyle>
            <a:lvl1pPr>
              <a:defRPr sz="1000" b="0"/>
            </a:lvl1pPr>
          </a:lstStyle>
          <a:p>
            <a:pPr>
              <a:defRPr/>
            </a:pPr>
            <a:endParaRPr lang="en-US" altLang="en-US"/>
          </a:p>
        </p:txBody>
      </p:sp>
    </p:spTree>
    <p:extLst>
      <p:ext uri="{BB962C8B-B14F-4D97-AF65-F5344CB8AC3E}">
        <p14:creationId xmlns:p14="http://schemas.microsoft.com/office/powerpoint/2010/main" val="22149604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Rectangle 60">
            <a:extLst>
              <a:ext uri="{FF2B5EF4-FFF2-40B4-BE49-F238E27FC236}">
                <a16:creationId xmlns:a16="http://schemas.microsoft.com/office/drawing/2014/main" id="{B7D4CFEA-0216-466A-816C-8AEA21F027F5}"/>
              </a:ext>
            </a:extLst>
          </p:cNvPr>
          <p:cNvSpPr>
            <a:spLocks noGrp="1" noChangeArrowheads="1"/>
          </p:cNvSpPr>
          <p:nvPr>
            <p:ph type="sldNum" sz="quarter" idx="10"/>
          </p:nvPr>
        </p:nvSpPr>
        <p:spPr/>
        <p:txBody>
          <a:bodyPr/>
          <a:lstStyle>
            <a:lvl1pPr>
              <a:defRPr/>
            </a:lvl1pPr>
          </a:lstStyle>
          <a:p>
            <a:pPr>
              <a:defRPr/>
            </a:pPr>
            <a:fld id="{6D703424-F28B-4F9D-A843-992D5AD4C7A2}" type="slidenum">
              <a:rPr lang="en-US" altLang="en-US"/>
              <a:pPr>
                <a:defRPr/>
              </a:pPr>
              <a:t>‹#›</a:t>
            </a:fld>
            <a:endParaRPr lang="en-US" altLang="en-US"/>
          </a:p>
        </p:txBody>
      </p:sp>
      <p:sp>
        <p:nvSpPr>
          <p:cNvPr id="3" name="Rectangle 71">
            <a:extLst>
              <a:ext uri="{FF2B5EF4-FFF2-40B4-BE49-F238E27FC236}">
                <a16:creationId xmlns:a16="http://schemas.microsoft.com/office/drawing/2014/main" id="{C33C0D04-11EB-4799-A157-5284E1C1916D}"/>
              </a:ext>
            </a:extLst>
          </p:cNvPr>
          <p:cNvSpPr>
            <a:spLocks noGrp="1" noChangeArrowheads="1"/>
          </p:cNvSpPr>
          <p:nvPr>
            <p:ph type="ftr" sz="quarter" idx="11"/>
          </p:nvPr>
        </p:nvSpPr>
        <p:spPr/>
        <p:txBody>
          <a:bodyPr/>
          <a:lstStyle>
            <a:lvl1pPr>
              <a:defRPr b="0"/>
            </a:lvl1pPr>
          </a:lstStyle>
          <a:p>
            <a:pPr>
              <a:defRPr/>
            </a:pPr>
            <a:endParaRPr lang="en-US" altLang="en-US"/>
          </a:p>
        </p:txBody>
      </p:sp>
    </p:spTree>
    <p:extLst>
      <p:ext uri="{BB962C8B-B14F-4D97-AF65-F5344CB8AC3E}">
        <p14:creationId xmlns:p14="http://schemas.microsoft.com/office/powerpoint/2010/main" val="3338371348"/>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26" name="Rectangle 29">
            <a:extLst>
              <a:ext uri="{FF2B5EF4-FFF2-40B4-BE49-F238E27FC236}">
                <a16:creationId xmlns:a16="http://schemas.microsoft.com/office/drawing/2014/main" id="{7242B3FB-AA45-4CD5-8E2C-4CA7FD05B5F8}"/>
              </a:ext>
            </a:extLst>
          </p:cNvPr>
          <p:cNvSpPr>
            <a:spLocks noGrp="1" noChangeArrowheads="1"/>
          </p:cNvSpPr>
          <p:nvPr>
            <p:ph type="body" idx="1"/>
          </p:nvPr>
        </p:nvSpPr>
        <p:spPr bwMode="auto">
          <a:xfrm>
            <a:off x="301625" y="1882775"/>
            <a:ext cx="8043863" cy="411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84" name="Rectangle 60">
            <a:extLst>
              <a:ext uri="{FF2B5EF4-FFF2-40B4-BE49-F238E27FC236}">
                <a16:creationId xmlns:a16="http://schemas.microsoft.com/office/drawing/2014/main" id="{59613EC6-572C-4A9A-AC37-2B742F4FC5D1}"/>
              </a:ext>
            </a:extLst>
          </p:cNvPr>
          <p:cNvSpPr>
            <a:spLocks noGrp="1" noChangeArrowheads="1"/>
          </p:cNvSpPr>
          <p:nvPr>
            <p:ph type="sldNum" sz="quarter" idx="4"/>
          </p:nvPr>
        </p:nvSpPr>
        <p:spPr bwMode="auto">
          <a:xfrm>
            <a:off x="7450138" y="6588125"/>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eaLnBrk="0" hangingPunct="0">
              <a:lnSpc>
                <a:spcPct val="80000"/>
              </a:lnSpc>
              <a:defRPr sz="1000">
                <a:solidFill>
                  <a:srgbClr val="000000"/>
                </a:solidFill>
              </a:defRPr>
            </a:lvl1pPr>
          </a:lstStyle>
          <a:p>
            <a:pPr>
              <a:defRPr/>
            </a:pPr>
            <a:fld id="{CFEF6198-E76D-4203-A135-64613E32FEC9}" type="slidenum">
              <a:rPr lang="en-US" altLang="en-US"/>
              <a:pPr>
                <a:defRPr/>
              </a:pPr>
              <a:t>‹#›</a:t>
            </a:fld>
            <a:endParaRPr lang="en-US" altLang="en-US"/>
          </a:p>
        </p:txBody>
      </p:sp>
      <p:sp>
        <p:nvSpPr>
          <p:cNvPr id="1095" name="Rectangle 71">
            <a:extLst>
              <a:ext uri="{FF2B5EF4-FFF2-40B4-BE49-F238E27FC236}">
                <a16:creationId xmlns:a16="http://schemas.microsoft.com/office/drawing/2014/main" id="{2072A1BC-D27E-4EAB-ABA0-73045B14A2C8}"/>
              </a:ext>
            </a:extLst>
          </p:cNvPr>
          <p:cNvSpPr>
            <a:spLocks noGrp="1" noChangeArrowheads="1"/>
          </p:cNvSpPr>
          <p:nvPr>
            <p:ph type="ftr" sz="quarter" idx="3"/>
          </p:nvPr>
        </p:nvSpPr>
        <p:spPr bwMode="auto">
          <a:xfrm>
            <a:off x="0" y="6667500"/>
            <a:ext cx="4152900" cy="1905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900" b="1">
                <a:solidFill>
                  <a:srgbClr val="000000"/>
                </a:solidFill>
                <a:latin typeface="Arial" charset="0"/>
                <a:cs typeface="Arial" charset="0"/>
              </a:defRPr>
            </a:lvl1pPr>
          </a:lstStyle>
          <a:p>
            <a:pPr>
              <a:defRPr/>
            </a:pPr>
            <a:endParaRPr lang="en-US" altLang="en-US"/>
          </a:p>
        </p:txBody>
      </p:sp>
      <p:grpSp>
        <p:nvGrpSpPr>
          <p:cNvPr id="1029" name="Group 1">
            <a:extLst>
              <a:ext uri="{FF2B5EF4-FFF2-40B4-BE49-F238E27FC236}">
                <a16:creationId xmlns:a16="http://schemas.microsoft.com/office/drawing/2014/main" id="{42E727EB-34A0-4491-833F-689D193C1557}"/>
              </a:ext>
            </a:extLst>
          </p:cNvPr>
          <p:cNvGrpSpPr>
            <a:grpSpLocks/>
          </p:cNvGrpSpPr>
          <p:nvPr userDrawn="1"/>
        </p:nvGrpSpPr>
        <p:grpSpPr bwMode="auto">
          <a:xfrm>
            <a:off x="0" y="0"/>
            <a:ext cx="9144000" cy="869950"/>
            <a:chOff x="-122830" y="4148918"/>
            <a:chExt cx="9144000" cy="869169"/>
          </a:xfrm>
        </p:grpSpPr>
        <p:sp>
          <p:nvSpPr>
            <p:cNvPr id="8" name="AC Banner">
              <a:extLst>
                <a:ext uri="{FF2B5EF4-FFF2-40B4-BE49-F238E27FC236}">
                  <a16:creationId xmlns:a16="http://schemas.microsoft.com/office/drawing/2014/main" id="{63E0F63A-1E9B-4355-9347-F15868A856FD}"/>
                </a:ext>
              </a:extLst>
            </p:cNvPr>
            <p:cNvSpPr>
              <a:spLocks noChangeArrowheads="1"/>
            </p:cNvSpPr>
            <p:nvPr userDrawn="1"/>
          </p:nvSpPr>
          <p:spPr bwMode="auto">
            <a:xfrm>
              <a:off x="-122830" y="4148918"/>
              <a:ext cx="9144000" cy="869169"/>
            </a:xfrm>
            <a:prstGeom prst="rect">
              <a:avLst/>
            </a:prstGeom>
            <a:gradFill rotWithShape="0">
              <a:gsLst>
                <a:gs pos="0">
                  <a:schemeClr val="accent1"/>
                </a:gs>
                <a:gs pos="100000">
                  <a:schemeClr val="accent1">
                    <a:gamma/>
                    <a:shade val="46275"/>
                    <a:invGamma/>
                  </a:schemeClr>
                </a:gs>
              </a:gsLst>
              <a:path path="rect">
                <a:fillToRect l="100000" t="100000"/>
              </a:path>
            </a:gradFill>
            <a:ln w="12700">
              <a:noFill/>
              <a:miter lim="800000"/>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lnSpc>
                  <a:spcPct val="80000"/>
                </a:lnSpc>
                <a:defRPr/>
              </a:pPr>
              <a:endParaRPr lang="en-GB" altLang="en-US" sz="3200">
                <a:solidFill>
                  <a:srgbClr val="000000"/>
                </a:solidFill>
              </a:endParaRPr>
            </a:p>
          </p:txBody>
        </p:sp>
        <p:pic>
          <p:nvPicPr>
            <p:cNvPr id="1031" name="Picture 76">
              <a:extLst>
                <a:ext uri="{FF2B5EF4-FFF2-40B4-BE49-F238E27FC236}">
                  <a16:creationId xmlns:a16="http://schemas.microsoft.com/office/drawing/2014/main" id="{92402FEC-E89B-4C97-843D-38ED7F61DF4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b="31702"/>
            <a:stretch>
              <a:fillRect/>
            </a:stretch>
          </p:blipFill>
          <p:spPr bwMode="auto">
            <a:xfrm>
              <a:off x="7250592" y="4325109"/>
              <a:ext cx="1651273" cy="588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950" r:id="rId1"/>
    <p:sldLayoutId id="2147483951" r:id="rId2"/>
  </p:sldLayoutIdLst>
  <p:transition/>
  <p:hf hdr="0" ftr="0" dt="0"/>
  <p:txStyles>
    <p:titleStyle>
      <a:lvl1pPr algn="l" rtl="0" eaLnBrk="0" fontAlgn="base" hangingPunct="0">
        <a:spcBef>
          <a:spcPct val="0"/>
        </a:spcBef>
        <a:spcAft>
          <a:spcPct val="0"/>
        </a:spcAft>
        <a:defRPr sz="1600" b="1">
          <a:solidFill>
            <a:schemeClr val="bg1"/>
          </a:solidFill>
          <a:latin typeface="+mj-lt"/>
          <a:ea typeface="+mj-ea"/>
          <a:cs typeface="+mj-cs"/>
        </a:defRPr>
      </a:lvl1pPr>
      <a:lvl2pPr algn="l" rtl="0" eaLnBrk="0" fontAlgn="base" hangingPunct="0">
        <a:spcBef>
          <a:spcPct val="0"/>
        </a:spcBef>
        <a:spcAft>
          <a:spcPct val="0"/>
        </a:spcAft>
        <a:defRPr sz="1600" b="1">
          <a:solidFill>
            <a:schemeClr val="bg1"/>
          </a:solidFill>
          <a:latin typeface="Arial" charset="0"/>
        </a:defRPr>
      </a:lvl2pPr>
      <a:lvl3pPr algn="l" rtl="0" eaLnBrk="0" fontAlgn="base" hangingPunct="0">
        <a:spcBef>
          <a:spcPct val="0"/>
        </a:spcBef>
        <a:spcAft>
          <a:spcPct val="0"/>
        </a:spcAft>
        <a:defRPr sz="1600" b="1">
          <a:solidFill>
            <a:schemeClr val="bg1"/>
          </a:solidFill>
          <a:latin typeface="Arial" charset="0"/>
        </a:defRPr>
      </a:lvl3pPr>
      <a:lvl4pPr algn="l" rtl="0" eaLnBrk="0" fontAlgn="base" hangingPunct="0">
        <a:spcBef>
          <a:spcPct val="0"/>
        </a:spcBef>
        <a:spcAft>
          <a:spcPct val="0"/>
        </a:spcAft>
        <a:defRPr sz="1600" b="1">
          <a:solidFill>
            <a:schemeClr val="bg1"/>
          </a:solidFill>
          <a:latin typeface="Arial" charset="0"/>
        </a:defRPr>
      </a:lvl4pPr>
      <a:lvl5pPr algn="l" rtl="0" eaLnBrk="0" fontAlgn="base" hangingPunct="0">
        <a:spcBef>
          <a:spcPct val="0"/>
        </a:spcBef>
        <a:spcAft>
          <a:spcPct val="0"/>
        </a:spcAft>
        <a:defRPr sz="1600" b="1">
          <a:solidFill>
            <a:schemeClr val="bg1"/>
          </a:solidFill>
          <a:latin typeface="Arial" charset="0"/>
        </a:defRPr>
      </a:lvl5pPr>
      <a:lvl6pPr marL="515938" algn="r" rtl="0" eaLnBrk="0" fontAlgn="base" hangingPunct="0">
        <a:spcBef>
          <a:spcPct val="0"/>
        </a:spcBef>
        <a:spcAft>
          <a:spcPct val="0"/>
        </a:spcAft>
        <a:defRPr sz="2600" b="1">
          <a:solidFill>
            <a:schemeClr val="bg1"/>
          </a:solidFill>
          <a:latin typeface="Arial" charset="0"/>
        </a:defRPr>
      </a:lvl6pPr>
      <a:lvl7pPr marL="973138" algn="r" rtl="0" eaLnBrk="0" fontAlgn="base" hangingPunct="0">
        <a:spcBef>
          <a:spcPct val="0"/>
        </a:spcBef>
        <a:spcAft>
          <a:spcPct val="0"/>
        </a:spcAft>
        <a:defRPr sz="2600" b="1">
          <a:solidFill>
            <a:schemeClr val="bg1"/>
          </a:solidFill>
          <a:latin typeface="Arial" charset="0"/>
        </a:defRPr>
      </a:lvl7pPr>
      <a:lvl8pPr marL="1430338" algn="r" rtl="0" eaLnBrk="0" fontAlgn="base" hangingPunct="0">
        <a:spcBef>
          <a:spcPct val="0"/>
        </a:spcBef>
        <a:spcAft>
          <a:spcPct val="0"/>
        </a:spcAft>
        <a:defRPr sz="2600" b="1">
          <a:solidFill>
            <a:schemeClr val="bg1"/>
          </a:solidFill>
          <a:latin typeface="Arial" charset="0"/>
        </a:defRPr>
      </a:lvl8pPr>
      <a:lvl9pPr marL="1887538" algn="r" rtl="0" eaLnBrk="0" fontAlgn="base" hangingPunct="0">
        <a:spcBef>
          <a:spcPct val="0"/>
        </a:spcBef>
        <a:spcAft>
          <a:spcPct val="0"/>
        </a:spcAft>
        <a:defRPr sz="2600" b="1">
          <a:solidFill>
            <a:schemeClr val="bg1"/>
          </a:solidFill>
          <a:latin typeface="Arial" charset="0"/>
        </a:defRPr>
      </a:lvl9pPr>
    </p:titleStyle>
    <p:bodyStyle>
      <a:lvl1pPr marL="342900" indent="-342900" algn="l" rtl="0" eaLnBrk="0" fontAlgn="base" hangingPunct="0">
        <a:spcBef>
          <a:spcPct val="20000"/>
        </a:spcBef>
        <a:spcAft>
          <a:spcPct val="0"/>
        </a:spcAft>
        <a:buClr>
          <a:schemeClr val="tx1"/>
        </a:buClr>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6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Char char="•"/>
        <a:defRPr sz="2000">
          <a:solidFill>
            <a:schemeClr val="tx1"/>
          </a:solidFill>
          <a:latin typeface="+mn-lt"/>
        </a:defRPr>
      </a:lvl5pPr>
      <a:lvl6pPr marL="2514600" indent="-228600" algn="l" rtl="0" eaLnBrk="0" fontAlgn="base" hangingPunct="0">
        <a:spcBef>
          <a:spcPct val="20000"/>
        </a:spcBef>
        <a:spcAft>
          <a:spcPct val="0"/>
        </a:spcAft>
        <a:buClr>
          <a:schemeClr val="tx1"/>
        </a:buClr>
        <a:buChar char="•"/>
        <a:defRPr sz="2000">
          <a:solidFill>
            <a:schemeClr val="tx1"/>
          </a:solidFill>
          <a:latin typeface="+mn-lt"/>
        </a:defRPr>
      </a:lvl6pPr>
      <a:lvl7pPr marL="2971800" indent="-228600" algn="l" rtl="0" eaLnBrk="0" fontAlgn="base" hangingPunct="0">
        <a:spcBef>
          <a:spcPct val="20000"/>
        </a:spcBef>
        <a:spcAft>
          <a:spcPct val="0"/>
        </a:spcAft>
        <a:buClr>
          <a:schemeClr val="tx1"/>
        </a:buClr>
        <a:buChar char="•"/>
        <a:defRPr sz="2000">
          <a:solidFill>
            <a:schemeClr val="tx1"/>
          </a:solidFill>
          <a:latin typeface="+mn-lt"/>
        </a:defRPr>
      </a:lvl7pPr>
      <a:lvl8pPr marL="3429000" indent="-228600" algn="l" rtl="0" eaLnBrk="0" fontAlgn="base" hangingPunct="0">
        <a:spcBef>
          <a:spcPct val="20000"/>
        </a:spcBef>
        <a:spcAft>
          <a:spcPct val="0"/>
        </a:spcAft>
        <a:buClr>
          <a:schemeClr val="tx1"/>
        </a:buClr>
        <a:buChar char="•"/>
        <a:defRPr sz="2000">
          <a:solidFill>
            <a:schemeClr val="tx1"/>
          </a:solidFill>
          <a:latin typeface="+mn-lt"/>
        </a:defRPr>
      </a:lvl8pPr>
      <a:lvl9pPr marL="3886200" indent="-228600" algn="l" rtl="0" eaLnBrk="0" fontAlgn="base" hangingPunct="0">
        <a:spcBef>
          <a:spcPct val="20000"/>
        </a:spcBef>
        <a:spcAft>
          <a:spcPct val="0"/>
        </a:spcAft>
        <a:buClr>
          <a:schemeClr val="tx1"/>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image" Target="../media/image4.png"/><Relationship Id="rId3" Type="http://schemas.openxmlformats.org/officeDocument/2006/relationships/tags" Target="../tags/tag4.xml"/><Relationship Id="rId21" Type="http://schemas.openxmlformats.org/officeDocument/2006/relationships/slideLayout" Target="../slideLayouts/slideLayout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hyperlink" Target="mailto:francois.tchoumo@afs.com" TargetMode="Externa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image" Target="../media/image3.emf"/><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oleObject" Target="../embeddings/oleObject1.bin"/><Relationship Id="rId28" Type="http://schemas.openxmlformats.org/officeDocument/2006/relationships/image" Target="../media/image6.jpg"/><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notesSlide" Target="../notesSlides/notesSlide1.xml"/><Relationship Id="rId2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3" hidden="1">
            <a:extLst>
              <a:ext uri="{FF2B5EF4-FFF2-40B4-BE49-F238E27FC236}">
                <a16:creationId xmlns:a16="http://schemas.microsoft.com/office/drawing/2014/main" id="{797692BD-6C3F-4702-8D6E-B7D0CAE59C3E}"/>
              </a:ext>
            </a:extLst>
          </p:cNvPr>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23" imgW="270" imgH="270" progId="TCLayout.ActiveDocument.1">
                  <p:embed/>
                </p:oleObj>
              </mc:Choice>
              <mc:Fallback>
                <p:oleObj name="think-cell Slide" r:id="rId23" imgW="270" imgH="270" progId="TCLayout.ActiveDocument.1">
                  <p:embed/>
                  <p:pic>
                    <p:nvPicPr>
                      <p:cNvPr id="5122" name="Object 3" hidden="1">
                        <a:extLst>
                          <a:ext uri="{FF2B5EF4-FFF2-40B4-BE49-F238E27FC236}">
                            <a16:creationId xmlns:a16="http://schemas.microsoft.com/office/drawing/2014/main" id="{797692BD-6C3F-4702-8D6E-B7D0CAE59C3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3" name="Title 14">
            <a:extLst>
              <a:ext uri="{FF2B5EF4-FFF2-40B4-BE49-F238E27FC236}">
                <a16:creationId xmlns:a16="http://schemas.microsoft.com/office/drawing/2014/main" id="{2C2297E9-4A54-4B13-9186-30782A4D3B8D}"/>
              </a:ext>
            </a:extLst>
          </p:cNvPr>
          <p:cNvSpPr>
            <a:spLocks noGrp="1"/>
          </p:cNvSpPr>
          <p:nvPr>
            <p:ph type="title" idx="4294967295"/>
            <p:custDataLst>
              <p:tags r:id="rId2"/>
            </p:custDataLst>
          </p:nvPr>
        </p:nvSpPr>
        <p:spPr bwMode="auto">
          <a:xfrm>
            <a:off x="103188" y="142875"/>
            <a:ext cx="6584950" cy="633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000" dirty="0">
                <a:latin typeface="Calibri" panose="020F0502020204030204" pitchFamily="34" charset="0"/>
              </a:rPr>
              <a:t>Francois Tchoumo</a:t>
            </a:r>
            <a:br>
              <a:rPr lang="en-US" altLang="en-US" dirty="0">
                <a:latin typeface="Calibri" panose="020F0502020204030204" pitchFamily="34" charset="0"/>
              </a:rPr>
            </a:br>
            <a:r>
              <a:rPr lang="en-US" altLang="en-US" sz="1800" b="0" i="1" dirty="0">
                <a:latin typeface="Calibri" panose="020F0502020204030204" pitchFamily="34" charset="0"/>
              </a:rPr>
              <a:t>Quality Engineering Associate Manager</a:t>
            </a:r>
          </a:p>
        </p:txBody>
      </p:sp>
      <p:grpSp>
        <p:nvGrpSpPr>
          <p:cNvPr id="5124" name="Group 15">
            <a:extLst>
              <a:ext uri="{FF2B5EF4-FFF2-40B4-BE49-F238E27FC236}">
                <a16:creationId xmlns:a16="http://schemas.microsoft.com/office/drawing/2014/main" id="{843B9628-8349-4CC3-842E-AD28A6A45302}"/>
              </a:ext>
            </a:extLst>
          </p:cNvPr>
          <p:cNvGrpSpPr>
            <a:grpSpLocks/>
          </p:cNvGrpSpPr>
          <p:nvPr/>
        </p:nvGrpSpPr>
        <p:grpSpPr bwMode="auto">
          <a:xfrm>
            <a:off x="3695026" y="877948"/>
            <a:ext cx="5345786" cy="4536974"/>
            <a:chOff x="3405188" y="1056047"/>
            <a:chExt cx="5612920" cy="4662432"/>
          </a:xfrm>
        </p:grpSpPr>
        <p:sp>
          <p:nvSpPr>
            <p:cNvPr id="4098" name="Rectangle 6">
              <a:extLst>
                <a:ext uri="{FF2B5EF4-FFF2-40B4-BE49-F238E27FC236}">
                  <a16:creationId xmlns:a16="http://schemas.microsoft.com/office/drawing/2014/main" id="{FECAF367-77D1-4B1C-8934-D9F428275C83}"/>
                </a:ext>
              </a:extLst>
            </p:cNvPr>
            <p:cNvSpPr>
              <a:spLocks noChangeArrowheads="1"/>
            </p:cNvSpPr>
            <p:nvPr>
              <p:custDataLst>
                <p:tags r:id="rId18"/>
              </p:custDataLst>
            </p:nvPr>
          </p:nvSpPr>
          <p:spPr bwMode="auto">
            <a:xfrm>
              <a:off x="3405188" y="1228976"/>
              <a:ext cx="5602451" cy="4489503"/>
            </a:xfrm>
            <a:prstGeom prst="rect">
              <a:avLst/>
            </a:prstGeom>
            <a:solidFill>
              <a:schemeClr val="bg1"/>
            </a:solidFill>
            <a:ln w="12700">
              <a:solidFill>
                <a:srgbClr val="000080"/>
              </a:solidFill>
              <a:prstDash val="sysDot"/>
              <a:miter lim="800000"/>
              <a:headEnd/>
              <a:tailEnd/>
            </a:ln>
            <a:effectLst>
              <a:outerShdw blurRad="50800" dist="38100" dir="2700000" algn="tl" rotWithShape="0">
                <a:prstClr val="black">
                  <a:alpha val="40000"/>
                </a:prstClr>
              </a:outerShdw>
            </a:effectLst>
          </p:spPr>
          <p:txBody>
            <a:bodyPr lIns="92075" tIns="173736" rIns="92075" bIns="172800"/>
            <a:lstStyle>
              <a:lvl1pPr eaLnBrk="0" hangingPunct="0">
                <a:spcBef>
                  <a:spcPct val="20000"/>
                </a:spcBef>
                <a:buClr>
                  <a:schemeClr val="tx1"/>
                </a:buClr>
                <a:buChar char="•"/>
                <a:defRPr sz="2800">
                  <a:solidFill>
                    <a:schemeClr val="tx1"/>
                  </a:solidFill>
                  <a:latin typeface="Arial" panose="020B0604020202020204" pitchFamily="34" charset="0"/>
                </a:defRPr>
              </a:lvl1pPr>
              <a:lvl2pPr marL="742950" indent="-285750" eaLnBrk="0" hangingPunct="0">
                <a:spcBef>
                  <a:spcPct val="20000"/>
                </a:spcBef>
                <a:buClr>
                  <a:schemeClr val="tx1"/>
                </a:buClr>
                <a:buChar char="–"/>
                <a:defRPr sz="2600">
                  <a:solidFill>
                    <a:schemeClr val="tx1"/>
                  </a:solidFill>
                  <a:latin typeface="Arial" panose="020B0604020202020204" pitchFamily="34" charset="0"/>
                </a:defRPr>
              </a:lvl2pPr>
              <a:lvl3pPr marL="1143000" indent="-228600" eaLnBrk="0" hangingPunct="0">
                <a:spcBef>
                  <a:spcPct val="20000"/>
                </a:spcBef>
                <a:buClr>
                  <a:schemeClr val="tx1"/>
                </a:buClr>
                <a:buChar char="•"/>
                <a:defRPr sz="22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Arial" panose="020B0604020202020204" pitchFamily="34" charset="0"/>
                </a:defRPr>
              </a:lvl4pPr>
              <a:lvl5pPr marL="2057400" indent="-228600" eaLnBrk="0" hangingPunct="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defRPr/>
              </a:pPr>
              <a:endParaRPr lang="en-US" altLang="en-US" sz="1000">
                <a:solidFill>
                  <a:srgbClr val="000000"/>
                </a:solidFill>
              </a:endParaRPr>
            </a:p>
          </p:txBody>
        </p:sp>
        <p:sp>
          <p:nvSpPr>
            <p:cNvPr id="2" name="Content Placeholder 5">
              <a:extLst>
                <a:ext uri="{FF2B5EF4-FFF2-40B4-BE49-F238E27FC236}">
                  <a16:creationId xmlns:a16="http://schemas.microsoft.com/office/drawing/2014/main" id="{A4DDB580-55BF-4697-8FF1-DCA6A9EBAF69}"/>
                </a:ext>
              </a:extLst>
            </p:cNvPr>
            <p:cNvSpPr txBox="1">
              <a:spLocks noGrp="1" noRot="1" noMove="1" noResize="1" noEditPoints="1" noAdjustHandles="1" noChangeArrowheads="1" noChangeShapeType="1"/>
            </p:cNvSpPr>
            <p:nvPr>
              <p:custDataLst>
                <p:tags r:id="rId19"/>
              </p:custDataLst>
            </p:nvPr>
          </p:nvSpPr>
          <p:spPr bwMode="auto">
            <a:xfrm>
              <a:off x="3415657" y="1315441"/>
              <a:ext cx="5602451" cy="4363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spcBef>
                  <a:spcPct val="20000"/>
                </a:spcBef>
                <a:buClr>
                  <a:schemeClr val="tx1"/>
                </a:buClr>
                <a:buChar char="•"/>
                <a:defRPr sz="2800">
                  <a:solidFill>
                    <a:schemeClr val="tx1"/>
                  </a:solidFill>
                  <a:latin typeface="Arial" charset="0"/>
                </a:defRPr>
              </a:lvl1pPr>
              <a:lvl2pPr eaLnBrk="0" hangingPunct="0">
                <a:spcBef>
                  <a:spcPct val="20000"/>
                </a:spcBef>
                <a:buClr>
                  <a:schemeClr val="tx1"/>
                </a:buClr>
                <a:buChar char="–"/>
                <a:defRPr sz="2600">
                  <a:solidFill>
                    <a:schemeClr val="tx1"/>
                  </a:solidFill>
                  <a:latin typeface="Arial" charset="0"/>
                </a:defRPr>
              </a:lvl2pPr>
              <a:lvl3pPr marL="1143000" indent="-228600" eaLnBrk="0" hangingPunct="0">
                <a:spcBef>
                  <a:spcPct val="20000"/>
                </a:spcBef>
                <a:buClr>
                  <a:schemeClr val="tx1"/>
                </a:buClr>
                <a:buChar char="•"/>
                <a:defRPr sz="2200">
                  <a:solidFill>
                    <a:schemeClr val="tx1"/>
                  </a:solidFill>
                  <a:latin typeface="Arial" charset="0"/>
                </a:defRPr>
              </a:lvl3pPr>
              <a:lvl4pPr marL="1600200" indent="-228600" eaLnBrk="0" hangingPunct="0">
                <a:spcBef>
                  <a:spcPct val="20000"/>
                </a:spcBef>
                <a:buClr>
                  <a:schemeClr val="tx1"/>
                </a:buClr>
                <a:buChar char="–"/>
                <a:defRPr sz="2000">
                  <a:solidFill>
                    <a:schemeClr val="tx1"/>
                  </a:solidFill>
                  <a:latin typeface="Arial" charset="0"/>
                </a:defRPr>
              </a:lvl4pPr>
              <a:lvl5pPr marL="2057400" indent="-228600" eaLnBrk="0" hangingPunct="0">
                <a:spcBef>
                  <a:spcPct val="20000"/>
                </a:spcBef>
                <a:buClr>
                  <a:schemeClr val="tx1"/>
                </a:buClr>
                <a:buChar char="•"/>
                <a:defRPr sz="2000">
                  <a:solidFill>
                    <a:schemeClr val="tx1"/>
                  </a:solidFill>
                  <a:latin typeface="Arial"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charset="0"/>
                </a:defRPr>
              </a:lvl9pPr>
            </a:lstStyle>
            <a:p>
              <a:pPr marL="0" lvl="1" eaLnBrk="1" hangingPunct="1">
                <a:spcBef>
                  <a:spcPts val="0"/>
                </a:spcBef>
                <a:buClrTx/>
                <a:buNone/>
                <a:defRPr/>
              </a:pPr>
              <a:r>
                <a:rPr lang="en-US" sz="1100" b="1" dirty="0">
                  <a:solidFill>
                    <a:srgbClr val="3A00A2"/>
                  </a:solidFill>
                  <a:latin typeface="Calibri" panose="020F0502020204030204" pitchFamily="34" charset="0"/>
                  <a:ea typeface="Calibri" panose="020F0502020204030204" pitchFamily="34" charset="0"/>
                  <a:cs typeface="Calibri" panose="020F0502020204030204" pitchFamily="34" charset="0"/>
                </a:rPr>
                <a:t>Accenture Federal Services Project Experience</a:t>
              </a:r>
              <a:endParaRPr lang="en-US" sz="1100" b="1" dirty="0">
                <a:latin typeface="Calibri" panose="020F0502020204030204" pitchFamily="34" charset="0"/>
                <a:cs typeface="Calibri" panose="020F0502020204030204" pitchFamily="34" charset="0"/>
              </a:endParaRPr>
            </a:p>
            <a:p>
              <a:pPr marL="0" lvl="1" eaLnBrk="1" hangingPunct="1">
                <a:spcBef>
                  <a:spcPts val="0"/>
                </a:spcBef>
                <a:buClrTx/>
                <a:buNone/>
                <a:defRPr/>
              </a:pPr>
              <a:endParaRPr lang="en-US" sz="1100" b="1" dirty="0">
                <a:latin typeface="Calibri" panose="020F0502020204030204" pitchFamily="34" charset="0"/>
                <a:cs typeface="Calibri" panose="020F0502020204030204" pitchFamily="34" charset="0"/>
              </a:endParaRPr>
            </a:p>
            <a:p>
              <a:pPr marL="0" lvl="1" eaLnBrk="1" hangingPunct="1">
                <a:spcBef>
                  <a:spcPts val="0"/>
                </a:spcBef>
                <a:buClrTx/>
                <a:buNone/>
                <a:defRPr/>
              </a:pPr>
              <a:r>
                <a:rPr lang="en-US" sz="1100" b="1" dirty="0">
                  <a:latin typeface="Calibri" panose="020F0502020204030204" pitchFamily="34" charset="0"/>
                  <a:cs typeface="Calibri" panose="020F0502020204030204" pitchFamily="34" charset="0"/>
                </a:rPr>
                <a:t>Automation Test Lead - Client – USAC (Apr 2022 - Present)</a:t>
              </a:r>
              <a:endParaRPr lang="en-US" sz="1100" b="1" i="0" dirty="0">
                <a:effectLst/>
                <a:latin typeface="Calibri" panose="020F0502020204030204" pitchFamily="34" charset="0"/>
                <a:cs typeface="Calibri" panose="020F0502020204030204" pitchFamily="34" charset="0"/>
              </a:endParaRPr>
            </a:p>
            <a:p>
              <a:pPr marL="171450" lvl="1" indent="-171450" eaLnBrk="1" hangingPunct="1">
                <a:spcBef>
                  <a:spcPts val="0"/>
                </a:spcBef>
                <a:buClrTx/>
                <a:buFont typeface="Arial" panose="020B0604020202020204" pitchFamily="34" charset="0"/>
                <a:buChar char="•"/>
                <a:defRPr/>
              </a:pPr>
              <a:r>
                <a:rPr lang="en-US" sz="1100" dirty="0">
                  <a:latin typeface="Calibri" panose="020F0502020204030204" pitchFamily="34" charset="0"/>
                </a:rPr>
                <a:t>Participate actively in and contribute to Sprint Planning, Daily Standups, Backlog Refinement, Sprint Reviews, and Sprint Retrospectives</a:t>
              </a:r>
              <a:endParaRPr lang="en-US" sz="1100" dirty="0">
                <a:latin typeface="Calibri" panose="020F0502020204030204" pitchFamily="34" charset="0"/>
                <a:cs typeface="Calibri" panose="020F0502020204030204" pitchFamily="34" charset="0"/>
              </a:endParaRPr>
            </a:p>
            <a:p>
              <a:pPr marL="171450" lvl="1" indent="-171450" eaLnBrk="1" hangingPunct="1">
                <a:spcBef>
                  <a:spcPts val="0"/>
                </a:spcBef>
                <a:buClrTx/>
                <a:buFont typeface="Arial" panose="020B0604020202020204" pitchFamily="34" charset="0"/>
                <a:buChar char="•"/>
                <a:defRPr/>
              </a:pPr>
              <a:r>
                <a:rPr lang="en-US" sz="1100" dirty="0">
                  <a:latin typeface="Calibri" panose="020F0502020204030204" pitchFamily="34" charset="0"/>
                  <a:cs typeface="Calibri" panose="020F0502020204030204" pitchFamily="34" charset="0"/>
                </a:rPr>
                <a:t>Perform various types of testing such as Smoke Testing, Sanity Testing, Integration Testing, Performance Testing, Security Testing, Exploratory and Regression Testing</a:t>
              </a:r>
            </a:p>
            <a:p>
              <a:pPr marL="171450" lvl="1" indent="-171450" eaLnBrk="1" hangingPunct="1">
                <a:spcBef>
                  <a:spcPts val="0"/>
                </a:spcBef>
                <a:buClrTx/>
                <a:buFont typeface="Arial" panose="020B0604020202020204" pitchFamily="34" charset="0"/>
                <a:buChar char="•"/>
                <a:defRPr/>
              </a:pPr>
              <a:r>
                <a:rPr lang="en-US" sz="1100" dirty="0">
                  <a:effectLst/>
                  <a:latin typeface="Calibri" panose="020F0502020204030204" pitchFamily="34" charset="0"/>
                </a:rPr>
                <a:t>Create a requirement traceability matrix, QC Tests checklist, and Test closure reports</a:t>
              </a:r>
            </a:p>
            <a:p>
              <a:pPr marL="171450" lvl="1" indent="-171450" eaLnBrk="1" hangingPunct="1">
                <a:spcBef>
                  <a:spcPts val="0"/>
                </a:spcBef>
                <a:buClrTx/>
                <a:buFont typeface="Arial" panose="020B0604020202020204" pitchFamily="34" charset="0"/>
                <a:buChar char="•"/>
                <a:defRPr/>
              </a:pPr>
              <a:r>
                <a:rPr lang="en-US" sz="1100" b="0" i="0" dirty="0">
                  <a:effectLst/>
                  <a:latin typeface="Calibri" panose="020F0502020204030204" pitchFamily="34" charset="0"/>
                  <a:cs typeface="Calibri" panose="020F0502020204030204" pitchFamily="34" charset="0"/>
                </a:rPr>
                <a:t>Specify, design, implement, and test automation framework in python using testing tools such as Selenium WebDriver, and </a:t>
              </a:r>
              <a:r>
                <a:rPr lang="en-US" sz="1100" dirty="0">
                  <a:latin typeface="Calibri" panose="020F0502020204030204" pitchFamily="34" charset="0"/>
                  <a:cs typeface="Calibri" panose="020F0502020204030204" pitchFamily="34" charset="0"/>
                </a:rPr>
                <a:t>Selenium Grid, Playwright</a:t>
              </a:r>
            </a:p>
            <a:p>
              <a:pPr marL="0" lvl="1" eaLnBrk="1" hangingPunct="1">
                <a:spcBef>
                  <a:spcPts val="0"/>
                </a:spcBef>
                <a:buClrTx/>
                <a:buNone/>
                <a:defRPr/>
              </a:pPr>
              <a:endParaRPr lang="en-US" sz="1100" b="1" dirty="0">
                <a:solidFill>
                  <a:srgbClr val="3A00A2"/>
                </a:solidFill>
                <a:latin typeface="Calibri" panose="020F0502020204030204" pitchFamily="34" charset="0"/>
                <a:ea typeface="Calibri" panose="020F0502020204030204" pitchFamily="34" charset="0"/>
                <a:cs typeface="Calibri" panose="020F0502020204030204" pitchFamily="34" charset="0"/>
              </a:endParaRPr>
            </a:p>
            <a:p>
              <a:pPr marL="0" lvl="1" eaLnBrk="1" hangingPunct="1">
                <a:spcBef>
                  <a:spcPts val="0"/>
                </a:spcBef>
                <a:buClrTx/>
                <a:buNone/>
                <a:defRPr/>
              </a:pPr>
              <a:r>
                <a:rPr lang="en-US" sz="1100" b="1" dirty="0">
                  <a:solidFill>
                    <a:srgbClr val="3A00A2"/>
                  </a:solidFill>
                  <a:latin typeface="Calibri" panose="020F0502020204030204" pitchFamily="34" charset="0"/>
                  <a:ea typeface="Calibri" panose="020F0502020204030204" pitchFamily="34" charset="0"/>
                  <a:cs typeface="Calibri" panose="020F0502020204030204" pitchFamily="34" charset="0"/>
                </a:rPr>
                <a:t>External Project Experience</a:t>
              </a:r>
              <a:endParaRPr lang="en-US" sz="1100" b="0" i="0" dirty="0">
                <a:effectLst/>
                <a:latin typeface="Calibri" panose="020F0502020204030204" pitchFamily="34" charset="0"/>
                <a:cs typeface="Calibri" panose="020F0502020204030204" pitchFamily="34" charset="0"/>
              </a:endParaRPr>
            </a:p>
            <a:p>
              <a:pPr marL="0" lvl="1" eaLnBrk="1" hangingPunct="1">
                <a:spcBef>
                  <a:spcPts val="0"/>
                </a:spcBef>
                <a:buClrTx/>
                <a:buNone/>
                <a:defRPr/>
              </a:pPr>
              <a:endParaRPr lang="en-US" sz="1100" b="1" dirty="0">
                <a:latin typeface="Calibri" panose="020F0502020204030204" pitchFamily="34" charset="0"/>
                <a:cs typeface="Calibri" panose="020F0502020204030204" pitchFamily="34" charset="0"/>
              </a:endParaRPr>
            </a:p>
            <a:p>
              <a:pPr marL="0" lvl="1" eaLnBrk="1" hangingPunct="1">
                <a:spcBef>
                  <a:spcPts val="0"/>
                </a:spcBef>
                <a:buClrTx/>
                <a:buNone/>
                <a:defRPr/>
              </a:pPr>
              <a:r>
                <a:rPr lang="en-US" sz="1100" b="1" dirty="0">
                  <a:latin typeface="Calibri" panose="020F0502020204030204" pitchFamily="34" charset="0"/>
                  <a:cs typeface="Calibri" panose="020F0502020204030204" pitchFamily="34" charset="0"/>
                </a:rPr>
                <a:t>QA Test Lead - </a:t>
              </a:r>
              <a:r>
                <a:rPr lang="en-US" sz="1100" b="1" i="0" dirty="0">
                  <a:effectLst/>
                  <a:latin typeface="Calibri" panose="020F0502020204030204" pitchFamily="34" charset="0"/>
                  <a:cs typeface="Calibri" panose="020F0502020204030204" pitchFamily="34" charset="0"/>
                </a:rPr>
                <a:t>Client – </a:t>
              </a:r>
              <a:r>
                <a:rPr lang="en-US" sz="1100" b="1" dirty="0">
                  <a:latin typeface="Calibri" panose="020F0502020204030204" pitchFamily="34" charset="0"/>
                  <a:cs typeface="Calibri" panose="020F0502020204030204" pitchFamily="34" charset="0"/>
                </a:rPr>
                <a:t>Collabera (Feb 2021 – Mar 2022)</a:t>
              </a:r>
              <a:endParaRPr lang="en-US" sz="1100" b="1" i="0" dirty="0">
                <a:effectLst/>
                <a:latin typeface="Calibri" panose="020F0502020204030204" pitchFamily="34" charset="0"/>
                <a:cs typeface="Calibri" panose="020F0502020204030204" pitchFamily="34" charset="0"/>
              </a:endParaRPr>
            </a:p>
            <a:p>
              <a:pPr marL="171450" lvl="1" indent="-171450" eaLnBrk="1" hangingPunct="1">
                <a:spcBef>
                  <a:spcPts val="0"/>
                </a:spcBef>
                <a:buClrTx/>
                <a:buFont typeface="Arial" panose="020B0604020202020204" pitchFamily="34" charset="0"/>
                <a:buChar char="•"/>
                <a:defRPr/>
              </a:pPr>
              <a:r>
                <a:rPr lang="en-US" sz="1100" b="0" i="0" dirty="0">
                  <a:effectLst/>
                  <a:latin typeface="Calibri" panose="020F0502020204030204" pitchFamily="34" charset="0"/>
                  <a:cs typeface="Calibri" panose="020F0502020204030204" pitchFamily="34" charset="0"/>
                </a:rPr>
                <a:t>Performed Backend Database testing using complex SQL Joins and validated the database</a:t>
              </a:r>
            </a:p>
            <a:p>
              <a:pPr marL="171450" lvl="1" indent="-171450" eaLnBrk="1" hangingPunct="1">
                <a:spcBef>
                  <a:spcPts val="0"/>
                </a:spcBef>
                <a:buClrTx/>
                <a:buFont typeface="Arial" panose="020B0604020202020204" pitchFamily="34" charset="0"/>
                <a:buChar char="•"/>
                <a:defRPr/>
              </a:pPr>
              <a:r>
                <a:rPr lang="en-US" sz="1100" b="0" i="0" dirty="0">
                  <a:effectLst/>
                  <a:latin typeface="Calibri" panose="020F0502020204030204" pitchFamily="34" charset="0"/>
                  <a:cs typeface="Calibri" panose="020F0502020204030204" pitchFamily="34" charset="0"/>
                </a:rPr>
                <a:t>Designed test scenarios, test plans, test cases, and set up the CI/CD pipeline</a:t>
              </a:r>
            </a:p>
            <a:p>
              <a:pPr marL="171450" lvl="1" indent="-171450" eaLnBrk="1" hangingPunct="1">
                <a:spcBef>
                  <a:spcPts val="0"/>
                </a:spcBef>
                <a:buClrTx/>
                <a:buFont typeface="Arial" panose="020B0604020202020204" pitchFamily="34" charset="0"/>
                <a:buChar char="•"/>
                <a:defRPr/>
              </a:pPr>
              <a:r>
                <a:rPr lang="en-US" sz="1100" b="0" i="0" dirty="0">
                  <a:effectLst/>
                  <a:latin typeface="Calibri" panose="020F0502020204030204" pitchFamily="34" charset="0"/>
                  <a:cs typeface="Calibri" panose="020F0502020204030204" pitchFamily="34" charset="0"/>
                </a:rPr>
                <a:t>Tracked bugs and reported defects using Azure DevOps, Jira, and Confluence</a:t>
              </a:r>
              <a:endParaRPr lang="en-US" sz="1100" dirty="0">
                <a:latin typeface="Calibri" panose="020F0502020204030204" pitchFamily="34" charset="0"/>
                <a:cs typeface="Calibri" panose="020F0502020204030204" pitchFamily="34" charset="0"/>
              </a:endParaRPr>
            </a:p>
            <a:p>
              <a:pPr marL="0" lvl="1" eaLnBrk="1" hangingPunct="1">
                <a:spcBef>
                  <a:spcPts val="0"/>
                </a:spcBef>
                <a:buClrTx/>
                <a:buNone/>
                <a:defRPr/>
              </a:pPr>
              <a:endParaRPr lang="en-US" sz="1100" b="1" dirty="0">
                <a:latin typeface="Calibri" panose="020F0502020204030204" pitchFamily="34" charset="0"/>
                <a:cs typeface="Calibri" panose="020F0502020204030204" pitchFamily="34" charset="0"/>
              </a:endParaRPr>
            </a:p>
            <a:p>
              <a:pPr marL="0" lvl="1" eaLnBrk="1" hangingPunct="1">
                <a:spcBef>
                  <a:spcPts val="0"/>
                </a:spcBef>
                <a:buClrTx/>
                <a:buNone/>
                <a:defRPr/>
              </a:pPr>
              <a:r>
                <a:rPr lang="en-US" sz="1100" b="1" dirty="0">
                  <a:latin typeface="Calibri" panose="020F0502020204030204" pitchFamily="34" charset="0"/>
                  <a:cs typeface="Calibri" panose="020F0502020204030204" pitchFamily="34" charset="0"/>
                </a:rPr>
                <a:t>QA Test Lead - Client – Agilious - USAID (Nov 2019 – Feb 2021)</a:t>
              </a:r>
            </a:p>
            <a:p>
              <a:pPr marL="171450" lvl="1" indent="-171450" eaLnBrk="1" hangingPunct="1">
                <a:spcBef>
                  <a:spcPts val="0"/>
                </a:spcBef>
                <a:buClrTx/>
                <a:buFont typeface="Arial" panose="020B0604020202020204" pitchFamily="34" charset="0"/>
                <a:buChar char="•"/>
                <a:defRPr/>
              </a:pPr>
              <a:r>
                <a:rPr lang="en-US" sz="1100" dirty="0">
                  <a:latin typeface="Calibri" panose="020F0502020204030204" pitchFamily="34" charset="0"/>
                  <a:cs typeface="Calibri" panose="020F0502020204030204" pitchFamily="34" charset="0"/>
                </a:rPr>
                <a:t>Conduct 508 compliance testing using tools such as: WAVE and ANDI</a:t>
              </a:r>
            </a:p>
            <a:p>
              <a:pPr marL="171450" lvl="1" indent="-171450" eaLnBrk="1" hangingPunct="1">
                <a:spcBef>
                  <a:spcPts val="0"/>
                </a:spcBef>
                <a:buClrTx/>
                <a:buFont typeface="Arial" panose="020B0604020202020204" pitchFamily="34" charset="0"/>
                <a:buChar char="•"/>
                <a:defRPr/>
              </a:pPr>
              <a:r>
                <a:rPr lang="en-US" sz="1100" dirty="0">
                  <a:latin typeface="Calibri" panose="020F0502020204030204" pitchFamily="34" charset="0"/>
                  <a:cs typeface="Calibri" panose="020F0502020204030204" pitchFamily="34" charset="0"/>
                </a:rPr>
                <a:t>Collaborated with technical leads to define testing methodologies for scalable, reliable applications using Selenium and CI/CD pipelines</a:t>
              </a:r>
            </a:p>
            <a:p>
              <a:pPr marL="171450" lvl="1" indent="-171450" eaLnBrk="1" hangingPunct="1">
                <a:spcBef>
                  <a:spcPts val="0"/>
                </a:spcBef>
                <a:buClrTx/>
                <a:buFont typeface="Arial" panose="020B0604020202020204" pitchFamily="34" charset="0"/>
                <a:buChar char="•"/>
                <a:defRPr/>
              </a:pPr>
              <a:r>
                <a:rPr lang="en-US" sz="1100" dirty="0">
                  <a:latin typeface="Calibri" panose="020F0502020204030204" pitchFamily="34" charset="0"/>
                  <a:cs typeface="Calibri" panose="020F0502020204030204" pitchFamily="34" charset="0"/>
                </a:rPr>
                <a:t>Ensured system resilience, quick response times, data protection, and vulnerability shielding</a:t>
              </a:r>
            </a:p>
            <a:p>
              <a:pPr marL="0" indent="0" algn="l" rtl="0" fontAlgn="base">
                <a:buNone/>
              </a:pPr>
              <a:endParaRPr lang="en-US" altLang="en-US" sz="900" kern="0" dirty="0">
                <a:uFill>
                  <a:solidFill>
                    <a:srgbClr val="000000"/>
                  </a:solidFill>
                </a:uFill>
                <a:latin typeface="Calibri" panose="020F0502020204030204" pitchFamily="34" charset="0"/>
                <a:cs typeface="Calibri" panose="020F0502020204030204" pitchFamily="34" charset="0"/>
              </a:endParaRPr>
            </a:p>
          </p:txBody>
        </p:sp>
        <p:sp>
          <p:nvSpPr>
            <p:cNvPr id="5149" name="Rectangle 12">
              <a:extLst>
                <a:ext uri="{FF2B5EF4-FFF2-40B4-BE49-F238E27FC236}">
                  <a16:creationId xmlns:a16="http://schemas.microsoft.com/office/drawing/2014/main" id="{BB7F1B2D-B828-4040-8927-AD9935BEE92C}"/>
                </a:ext>
              </a:extLst>
            </p:cNvPr>
            <p:cNvSpPr>
              <a:spLocks noChangeArrowheads="1"/>
            </p:cNvSpPr>
            <p:nvPr>
              <p:custDataLst>
                <p:tags r:id="rId20"/>
              </p:custDataLst>
            </p:nvPr>
          </p:nvSpPr>
          <p:spPr bwMode="auto">
            <a:xfrm>
              <a:off x="3508506" y="1056047"/>
              <a:ext cx="2106424" cy="32676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65000"/>
                </a:spcBef>
                <a:buClrTx/>
                <a:buFontTx/>
                <a:buNone/>
              </a:pPr>
              <a:r>
                <a:rPr lang="en-US" altLang="zh-CN" sz="1300" b="1" i="1" dirty="0">
                  <a:solidFill>
                    <a:srgbClr val="000000"/>
                  </a:solidFill>
                  <a:latin typeface="Calibri" panose="020F0502020204030204" pitchFamily="34" charset="0"/>
                  <a:ea typeface="SimSun" panose="02010600030101010101" pitchFamily="2" charset="-122"/>
                </a:rPr>
                <a:t>Professional Experience:</a:t>
              </a:r>
            </a:p>
          </p:txBody>
        </p:sp>
      </p:grpSp>
      <p:grpSp>
        <p:nvGrpSpPr>
          <p:cNvPr id="5125" name="Group 4">
            <a:extLst>
              <a:ext uri="{FF2B5EF4-FFF2-40B4-BE49-F238E27FC236}">
                <a16:creationId xmlns:a16="http://schemas.microsoft.com/office/drawing/2014/main" id="{3DD41B0F-F884-4E1E-89A4-3AB5C4AE153C}"/>
              </a:ext>
            </a:extLst>
          </p:cNvPr>
          <p:cNvGrpSpPr>
            <a:grpSpLocks/>
          </p:cNvGrpSpPr>
          <p:nvPr/>
        </p:nvGrpSpPr>
        <p:grpSpPr bwMode="auto">
          <a:xfrm>
            <a:off x="103188" y="2519923"/>
            <a:ext cx="3591838" cy="2275922"/>
            <a:chOff x="104775" y="2104126"/>
            <a:chExt cx="3170522" cy="1887951"/>
          </a:xfrm>
        </p:grpSpPr>
        <p:sp>
          <p:nvSpPr>
            <p:cNvPr id="4101" name="Rectangle 6">
              <a:extLst>
                <a:ext uri="{FF2B5EF4-FFF2-40B4-BE49-F238E27FC236}">
                  <a16:creationId xmlns:a16="http://schemas.microsoft.com/office/drawing/2014/main" id="{A1C237CD-3D94-4819-9DAB-B9E89569E81E}"/>
                </a:ext>
              </a:extLst>
            </p:cNvPr>
            <p:cNvSpPr>
              <a:spLocks noChangeArrowheads="1"/>
            </p:cNvSpPr>
            <p:nvPr>
              <p:custDataLst>
                <p:tags r:id="rId15"/>
              </p:custDataLst>
            </p:nvPr>
          </p:nvSpPr>
          <p:spPr bwMode="auto">
            <a:xfrm>
              <a:off x="104775" y="2239028"/>
              <a:ext cx="3080034" cy="1633211"/>
            </a:xfrm>
            <a:prstGeom prst="rect">
              <a:avLst/>
            </a:prstGeom>
            <a:solidFill>
              <a:schemeClr val="bg1"/>
            </a:solidFill>
            <a:ln w="12700">
              <a:solidFill>
                <a:srgbClr val="000080"/>
              </a:solidFill>
              <a:prstDash val="sysDot"/>
              <a:miter lim="800000"/>
              <a:headEnd/>
              <a:tailEnd/>
            </a:ln>
            <a:effectLst>
              <a:outerShdw blurRad="50800" dist="38100" dir="2700000" algn="tl" rotWithShape="0">
                <a:prstClr val="black">
                  <a:alpha val="40000"/>
                </a:prstClr>
              </a:outerShdw>
            </a:effectLst>
          </p:spPr>
          <p:txBody>
            <a:bodyPr lIns="92075" tIns="173736" rIns="92075" bIns="172800"/>
            <a:lstStyle>
              <a:lvl1pPr eaLnBrk="0" hangingPunct="0">
                <a:spcBef>
                  <a:spcPct val="20000"/>
                </a:spcBef>
                <a:buClr>
                  <a:schemeClr val="tx1"/>
                </a:buClr>
                <a:buChar char="•"/>
                <a:defRPr sz="2800">
                  <a:solidFill>
                    <a:schemeClr val="tx1"/>
                  </a:solidFill>
                  <a:latin typeface="Arial" panose="020B0604020202020204" pitchFamily="34" charset="0"/>
                </a:defRPr>
              </a:lvl1pPr>
              <a:lvl2pPr marL="742950" indent="-285750" eaLnBrk="0" hangingPunct="0">
                <a:spcBef>
                  <a:spcPct val="20000"/>
                </a:spcBef>
                <a:buClr>
                  <a:schemeClr val="tx1"/>
                </a:buClr>
                <a:buChar char="–"/>
                <a:defRPr sz="2600">
                  <a:solidFill>
                    <a:schemeClr val="tx1"/>
                  </a:solidFill>
                  <a:latin typeface="Arial" panose="020B0604020202020204" pitchFamily="34" charset="0"/>
                </a:defRPr>
              </a:lvl2pPr>
              <a:lvl3pPr marL="1143000" indent="-228600" eaLnBrk="0" hangingPunct="0">
                <a:spcBef>
                  <a:spcPct val="20000"/>
                </a:spcBef>
                <a:buClr>
                  <a:schemeClr val="tx1"/>
                </a:buClr>
                <a:buChar char="•"/>
                <a:defRPr sz="22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Arial" panose="020B0604020202020204" pitchFamily="34" charset="0"/>
                </a:defRPr>
              </a:lvl4pPr>
              <a:lvl5pPr marL="2057400" indent="-228600" eaLnBrk="0" hangingPunct="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defRPr/>
              </a:pPr>
              <a:endParaRPr lang="en-US" altLang="en-US" sz="1000">
                <a:solidFill>
                  <a:srgbClr val="000000"/>
                </a:solidFill>
              </a:endParaRPr>
            </a:p>
          </p:txBody>
        </p:sp>
        <p:sp>
          <p:nvSpPr>
            <p:cNvPr id="5145" name="Content Placeholder 4">
              <a:extLst>
                <a:ext uri="{FF2B5EF4-FFF2-40B4-BE49-F238E27FC236}">
                  <a16:creationId xmlns:a16="http://schemas.microsoft.com/office/drawing/2014/main" id="{D713B07E-8831-4875-9F0D-C7635746B979}"/>
                </a:ext>
              </a:extLst>
            </p:cNvPr>
            <p:cNvSpPr txBox="1">
              <a:spLocks/>
            </p:cNvSpPr>
            <p:nvPr>
              <p:custDataLst>
                <p:tags r:id="rId16"/>
              </p:custDataLst>
            </p:nvPr>
          </p:nvSpPr>
          <p:spPr bwMode="auto">
            <a:xfrm>
              <a:off x="128588" y="2358866"/>
              <a:ext cx="3146709" cy="1633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100" dirty="0">
                  <a:latin typeface="Calibri" panose="020F0502020204030204" pitchFamily="34" charset="0"/>
                </a:rPr>
                <a:t>Francois is a motivated Senior Automation Test Engineer, results driven with more than 15 years of experience in designing, implementing, and optimizing large-scale robust cross-functional teams test automation frameworks across complex enterprise systems. Francois has strong track record of identifying critical defects, enhancing product quality, and collaborating closely with cross-functional teams in Agile environments. Francois is recognized for his leadership in Test architecture, mentoring QA teams, and driving continuous process improvements that reduce risk.</a:t>
              </a:r>
            </a:p>
          </p:txBody>
        </p:sp>
        <p:sp>
          <p:nvSpPr>
            <p:cNvPr id="5146" name="Rectangle 8">
              <a:extLst>
                <a:ext uri="{FF2B5EF4-FFF2-40B4-BE49-F238E27FC236}">
                  <a16:creationId xmlns:a16="http://schemas.microsoft.com/office/drawing/2014/main" id="{CA337488-C5B2-46B6-A570-8F8710BA3FCC}"/>
                </a:ext>
              </a:extLst>
            </p:cNvPr>
            <p:cNvSpPr>
              <a:spLocks noChangeArrowheads="1"/>
            </p:cNvSpPr>
            <p:nvPr>
              <p:custDataLst>
                <p:tags r:id="rId17"/>
              </p:custDataLst>
            </p:nvPr>
          </p:nvSpPr>
          <p:spPr bwMode="auto">
            <a:xfrm>
              <a:off x="195263" y="2104126"/>
              <a:ext cx="924771" cy="3130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lnSpc>
                  <a:spcPct val="110000"/>
                </a:lnSpc>
                <a:spcBef>
                  <a:spcPct val="0"/>
                </a:spcBef>
                <a:buClrTx/>
                <a:buFontTx/>
                <a:buNone/>
              </a:pPr>
              <a:r>
                <a:rPr lang="en-US" altLang="zh-CN" sz="1300" b="1" i="1" dirty="0">
                  <a:solidFill>
                    <a:srgbClr val="000000"/>
                  </a:solidFill>
                  <a:latin typeface="Calibri" panose="020F0502020204030204" pitchFamily="34" charset="0"/>
                  <a:ea typeface="SimSun" panose="02010600030101010101" pitchFamily="2" charset="-122"/>
                </a:rPr>
                <a:t>Background:</a:t>
              </a:r>
            </a:p>
          </p:txBody>
        </p:sp>
      </p:grpSp>
      <p:sp>
        <p:nvSpPr>
          <p:cNvPr id="5126" name="Rectangle 20">
            <a:extLst>
              <a:ext uri="{FF2B5EF4-FFF2-40B4-BE49-F238E27FC236}">
                <a16:creationId xmlns:a16="http://schemas.microsoft.com/office/drawing/2014/main" id="{D4A4A511-C3D7-4701-9E7B-3F9089F16360}"/>
              </a:ext>
            </a:extLst>
          </p:cNvPr>
          <p:cNvSpPr>
            <a:spLocks noChangeArrowheads="1"/>
          </p:cNvSpPr>
          <p:nvPr>
            <p:custDataLst>
              <p:tags r:id="rId3"/>
            </p:custDataLst>
          </p:nvPr>
        </p:nvSpPr>
        <p:spPr bwMode="auto">
          <a:xfrm>
            <a:off x="15875" y="5700713"/>
            <a:ext cx="34750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2075" tIns="172800" rIns="92075" bIns="172800"/>
          <a:lstStyle>
            <a:lvl1pPr marL="190500" indent="-190500">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50000"/>
              </a:spcBef>
              <a:buClr>
                <a:srgbClr val="FF0000"/>
              </a:buClr>
              <a:buFontTx/>
              <a:buNone/>
            </a:pPr>
            <a:endParaRPr lang="en-US" altLang="zh-CN" sz="1000">
              <a:solidFill>
                <a:srgbClr val="000000"/>
              </a:solidFill>
              <a:ea typeface="SimSun" panose="02010600030101010101" pitchFamily="2" charset="-122"/>
            </a:endParaRPr>
          </a:p>
        </p:txBody>
      </p:sp>
      <p:grpSp>
        <p:nvGrpSpPr>
          <p:cNvPr id="5127" name="Group 10">
            <a:extLst>
              <a:ext uri="{FF2B5EF4-FFF2-40B4-BE49-F238E27FC236}">
                <a16:creationId xmlns:a16="http://schemas.microsoft.com/office/drawing/2014/main" id="{DC003AC5-6622-4DF8-838D-57979F1CCBFF}"/>
              </a:ext>
            </a:extLst>
          </p:cNvPr>
          <p:cNvGrpSpPr>
            <a:grpSpLocks/>
          </p:cNvGrpSpPr>
          <p:nvPr/>
        </p:nvGrpSpPr>
        <p:grpSpPr bwMode="auto">
          <a:xfrm>
            <a:off x="3695026" y="5459312"/>
            <a:ext cx="5345786" cy="1149711"/>
            <a:chOff x="163513" y="3852564"/>
            <a:chExt cx="3083161" cy="2422332"/>
          </a:xfrm>
        </p:grpSpPr>
        <p:sp>
          <p:nvSpPr>
            <p:cNvPr id="4102" name="Rectangle 13">
              <a:extLst>
                <a:ext uri="{FF2B5EF4-FFF2-40B4-BE49-F238E27FC236}">
                  <a16:creationId xmlns:a16="http://schemas.microsoft.com/office/drawing/2014/main" id="{2ECA550C-892F-428E-BE85-BCEA19046CD8}"/>
                </a:ext>
              </a:extLst>
            </p:cNvPr>
            <p:cNvSpPr>
              <a:spLocks noChangeArrowheads="1"/>
            </p:cNvSpPr>
            <p:nvPr>
              <p:custDataLst>
                <p:tags r:id="rId11"/>
              </p:custDataLst>
            </p:nvPr>
          </p:nvSpPr>
          <p:spPr bwMode="auto">
            <a:xfrm>
              <a:off x="163513" y="4131551"/>
              <a:ext cx="3057525" cy="1878137"/>
            </a:xfrm>
            <a:prstGeom prst="rect">
              <a:avLst/>
            </a:prstGeom>
            <a:solidFill>
              <a:schemeClr val="bg1"/>
            </a:solidFill>
            <a:ln w="12700">
              <a:solidFill>
                <a:srgbClr val="000080"/>
              </a:solidFill>
              <a:prstDash val="sysDot"/>
              <a:miter lim="800000"/>
              <a:headEnd/>
              <a:tailEnd/>
            </a:ln>
            <a:effectLst>
              <a:outerShdw blurRad="50800" dist="38100" dir="2700000" algn="tl" rotWithShape="0">
                <a:prstClr val="black">
                  <a:alpha val="40000"/>
                </a:prstClr>
              </a:outerShdw>
            </a:effectLst>
          </p:spPr>
          <p:txBody>
            <a:bodyPr lIns="92075" tIns="172800" rIns="92075" bIns="172800"/>
            <a:lstStyle>
              <a:lvl1pPr marL="230188" indent="-171450" eaLnBrk="0" hangingPunct="0">
                <a:spcBef>
                  <a:spcPct val="20000"/>
                </a:spcBef>
                <a:buClr>
                  <a:schemeClr val="tx1"/>
                </a:buClr>
                <a:buChar char="•"/>
                <a:defRPr sz="2800">
                  <a:solidFill>
                    <a:schemeClr val="tx1"/>
                  </a:solidFill>
                  <a:latin typeface="Arial" panose="020B0604020202020204" pitchFamily="34" charset="0"/>
                </a:defRPr>
              </a:lvl1pPr>
              <a:lvl2pPr marL="742950" indent="-285750" eaLnBrk="0" hangingPunct="0">
                <a:spcBef>
                  <a:spcPct val="20000"/>
                </a:spcBef>
                <a:buClr>
                  <a:schemeClr val="tx1"/>
                </a:buClr>
                <a:buChar char="–"/>
                <a:defRPr sz="2600">
                  <a:solidFill>
                    <a:schemeClr val="tx1"/>
                  </a:solidFill>
                  <a:latin typeface="Arial" panose="020B0604020202020204" pitchFamily="34" charset="0"/>
                </a:defRPr>
              </a:lvl2pPr>
              <a:lvl3pPr marL="1143000" indent="-228600" eaLnBrk="0" hangingPunct="0">
                <a:spcBef>
                  <a:spcPct val="20000"/>
                </a:spcBef>
                <a:buClr>
                  <a:schemeClr val="tx1"/>
                </a:buClr>
                <a:buChar char="•"/>
                <a:defRPr sz="22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Arial" panose="020B0604020202020204" pitchFamily="34" charset="0"/>
                </a:defRPr>
              </a:lvl4pPr>
              <a:lvl5pPr marL="2057400" indent="-228600" eaLnBrk="0" hangingPunct="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 typeface="Wingdings" panose="05000000000000000000" pitchFamily="2" charset="2"/>
                <a:buChar char="§"/>
                <a:defRPr/>
              </a:pPr>
              <a:endParaRPr lang="en-US" altLang="zh-CN" sz="100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5141" name="Rectangle 15">
              <a:extLst>
                <a:ext uri="{FF2B5EF4-FFF2-40B4-BE49-F238E27FC236}">
                  <a16:creationId xmlns:a16="http://schemas.microsoft.com/office/drawing/2014/main" id="{C5043CE7-EC10-4843-A8E3-0E8ECB03390D}"/>
                </a:ext>
              </a:extLst>
            </p:cNvPr>
            <p:cNvSpPr>
              <a:spLocks noChangeArrowheads="1"/>
            </p:cNvSpPr>
            <p:nvPr>
              <p:custDataLst>
                <p:tags r:id="rId12"/>
              </p:custDataLst>
            </p:nvPr>
          </p:nvSpPr>
          <p:spPr bwMode="auto">
            <a:xfrm>
              <a:off x="225115" y="3852564"/>
              <a:ext cx="376595" cy="53095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pPr>
              <a:r>
                <a:rPr lang="en-US" altLang="zh-CN" sz="1300" b="1" i="1" dirty="0">
                  <a:solidFill>
                    <a:srgbClr val="000000"/>
                  </a:solidFill>
                  <a:latin typeface="Calibri" panose="020F0502020204030204" pitchFamily="34" charset="0"/>
                  <a:ea typeface="SimSun" panose="02010600030101010101" pitchFamily="2" charset="-122"/>
                </a:rPr>
                <a:t>Skills:</a:t>
              </a:r>
            </a:p>
          </p:txBody>
        </p:sp>
        <p:sp>
          <p:nvSpPr>
            <p:cNvPr id="5142" name="TextBox 22">
              <a:extLst>
                <a:ext uri="{FF2B5EF4-FFF2-40B4-BE49-F238E27FC236}">
                  <a16:creationId xmlns:a16="http://schemas.microsoft.com/office/drawing/2014/main" id="{9E4F85FD-CCE3-4B67-9094-EC54F566CB0E}"/>
                </a:ext>
              </a:extLst>
            </p:cNvPr>
            <p:cNvSpPr txBox="1">
              <a:spLocks noChangeArrowheads="1"/>
            </p:cNvSpPr>
            <p:nvPr>
              <p:custDataLst>
                <p:tags r:id="rId13"/>
              </p:custDataLst>
            </p:nvPr>
          </p:nvSpPr>
          <p:spPr bwMode="auto">
            <a:xfrm>
              <a:off x="174610" y="4292404"/>
              <a:ext cx="1654175" cy="1621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0488" indent="-173038">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SzPct val="85000"/>
              </a:pPr>
              <a:r>
                <a:rPr lang="en-US" altLang="en-US" sz="1100" dirty="0">
                  <a:latin typeface="Calibri" panose="020F0502020204030204" pitchFamily="34" charset="0"/>
                </a:rPr>
                <a:t>Design and build automation frameworks</a:t>
              </a:r>
            </a:p>
            <a:p>
              <a:pPr eaLnBrk="1" hangingPunct="1">
                <a:spcBef>
                  <a:spcPct val="0"/>
                </a:spcBef>
                <a:buClrTx/>
                <a:buSzPct val="85000"/>
              </a:pPr>
              <a:r>
                <a:rPr lang="en-US" altLang="en-US" sz="1100" dirty="0">
                  <a:latin typeface="Calibri" panose="020F0502020204030204" pitchFamily="34" charset="0"/>
                </a:rPr>
                <a:t>CI/CD Integration and maintenance</a:t>
              </a:r>
            </a:p>
            <a:p>
              <a:pPr eaLnBrk="1" hangingPunct="1">
                <a:spcBef>
                  <a:spcPct val="0"/>
                </a:spcBef>
                <a:buClrTx/>
                <a:buSzPct val="85000"/>
              </a:pPr>
              <a:r>
                <a:rPr lang="en-US" altLang="en-US" sz="1100" dirty="0">
                  <a:latin typeface="Calibri" panose="020F0502020204030204" pitchFamily="34" charset="0"/>
                </a:rPr>
                <a:t>Metrics and Status Reporting </a:t>
              </a:r>
            </a:p>
            <a:p>
              <a:pPr eaLnBrk="1" hangingPunct="1">
                <a:spcBef>
                  <a:spcPct val="0"/>
                </a:spcBef>
                <a:buClrTx/>
                <a:buSzPct val="85000"/>
              </a:pPr>
              <a:r>
                <a:rPr lang="en-US" altLang="en-US" sz="1100" dirty="0">
                  <a:latin typeface="Calibri" panose="020F0502020204030204" pitchFamily="34" charset="0"/>
                </a:rPr>
                <a:t>Selenium, Cucumber, JMeter, Cypress </a:t>
              </a:r>
            </a:p>
          </p:txBody>
        </p:sp>
        <p:sp>
          <p:nvSpPr>
            <p:cNvPr id="5143" name="TextBox 19">
              <a:extLst>
                <a:ext uri="{FF2B5EF4-FFF2-40B4-BE49-F238E27FC236}">
                  <a16:creationId xmlns:a16="http://schemas.microsoft.com/office/drawing/2014/main" id="{DF35C39A-AC6D-4AA5-9847-D2BD5FF17C01}"/>
                </a:ext>
              </a:extLst>
            </p:cNvPr>
            <p:cNvSpPr txBox="1">
              <a:spLocks noChangeArrowheads="1"/>
            </p:cNvSpPr>
            <p:nvPr>
              <p:custDataLst>
                <p:tags r:id="rId14"/>
              </p:custDataLst>
            </p:nvPr>
          </p:nvSpPr>
          <p:spPr bwMode="auto">
            <a:xfrm>
              <a:off x="1712204" y="4297104"/>
              <a:ext cx="1534470" cy="1977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92075" indent="-173038">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SzPct val="85000"/>
              </a:pPr>
              <a:r>
                <a:rPr lang="en-US" altLang="en-US" sz="1100" dirty="0">
                  <a:latin typeface="Calibri" panose="020F0502020204030204" pitchFamily="34" charset="0"/>
                </a:rPr>
                <a:t>API, functional, and performance testing </a:t>
              </a:r>
            </a:p>
            <a:p>
              <a:pPr eaLnBrk="1" hangingPunct="1">
                <a:spcBef>
                  <a:spcPct val="0"/>
                </a:spcBef>
                <a:buClrTx/>
                <a:buSzPct val="85000"/>
              </a:pPr>
              <a:r>
                <a:rPr lang="en-US" altLang="en-US" sz="1100" dirty="0">
                  <a:latin typeface="Calibri" panose="020F0502020204030204" pitchFamily="34" charset="0"/>
                </a:rPr>
                <a:t>Agile, QA strategy, and mentoring</a:t>
              </a:r>
            </a:p>
            <a:p>
              <a:pPr eaLnBrk="1" hangingPunct="1">
                <a:spcBef>
                  <a:spcPct val="0"/>
                </a:spcBef>
                <a:buClrTx/>
                <a:buSzPct val="85000"/>
              </a:pPr>
              <a:r>
                <a:rPr lang="en-US" altLang="en-US" sz="1100" dirty="0">
                  <a:latin typeface="Calibri" panose="020F0502020204030204" pitchFamily="34" charset="0"/>
                </a:rPr>
                <a:t>Cross-functional collaboration</a:t>
              </a:r>
            </a:p>
            <a:p>
              <a:pPr eaLnBrk="1" hangingPunct="1">
                <a:spcBef>
                  <a:spcPct val="0"/>
                </a:spcBef>
                <a:buClrTx/>
                <a:buSzPct val="85000"/>
              </a:pPr>
              <a:r>
                <a:rPr lang="en-US" altLang="en-US" sz="1100" dirty="0">
                  <a:latin typeface="Calibri" panose="020F0502020204030204" pitchFamily="34" charset="0"/>
                </a:rPr>
                <a:t>Java, JavaScript, SQL, Git, AWS, Ansible</a:t>
              </a:r>
            </a:p>
            <a:p>
              <a:pPr marL="0" indent="0" eaLnBrk="1" hangingPunct="1">
                <a:spcBef>
                  <a:spcPct val="0"/>
                </a:spcBef>
                <a:buClrTx/>
                <a:buSzPct val="85000"/>
                <a:buNone/>
              </a:pPr>
              <a:endParaRPr lang="en-US" altLang="en-US" sz="1100" dirty="0">
                <a:latin typeface="Calibri" panose="020F0502020204030204" pitchFamily="34" charset="0"/>
              </a:endParaRPr>
            </a:p>
          </p:txBody>
        </p:sp>
      </p:grpSp>
      <p:grpSp>
        <p:nvGrpSpPr>
          <p:cNvPr id="5128" name="Group 5">
            <a:extLst>
              <a:ext uri="{FF2B5EF4-FFF2-40B4-BE49-F238E27FC236}">
                <a16:creationId xmlns:a16="http://schemas.microsoft.com/office/drawing/2014/main" id="{F3FA515E-A1A1-4725-89EE-C84930B77A5E}"/>
              </a:ext>
            </a:extLst>
          </p:cNvPr>
          <p:cNvGrpSpPr>
            <a:grpSpLocks/>
          </p:cNvGrpSpPr>
          <p:nvPr/>
        </p:nvGrpSpPr>
        <p:grpSpPr bwMode="auto">
          <a:xfrm>
            <a:off x="103188" y="4679026"/>
            <a:ext cx="3489325" cy="859063"/>
            <a:chOff x="3912987" y="5922229"/>
            <a:chExt cx="3489675" cy="710230"/>
          </a:xfrm>
        </p:grpSpPr>
        <p:sp>
          <p:nvSpPr>
            <p:cNvPr id="4100" name="Rectangle 13">
              <a:extLst>
                <a:ext uri="{FF2B5EF4-FFF2-40B4-BE49-F238E27FC236}">
                  <a16:creationId xmlns:a16="http://schemas.microsoft.com/office/drawing/2014/main" id="{CF54EC3B-061E-4211-B25C-A316C5EA7D4C}"/>
                </a:ext>
              </a:extLst>
            </p:cNvPr>
            <p:cNvSpPr>
              <a:spLocks noChangeArrowheads="1"/>
            </p:cNvSpPr>
            <p:nvPr>
              <p:custDataLst>
                <p:tags r:id="rId8"/>
              </p:custDataLst>
            </p:nvPr>
          </p:nvSpPr>
          <p:spPr bwMode="auto">
            <a:xfrm>
              <a:off x="3912987" y="6064912"/>
              <a:ext cx="3489675" cy="567547"/>
            </a:xfrm>
            <a:prstGeom prst="rect">
              <a:avLst/>
            </a:prstGeom>
            <a:solidFill>
              <a:schemeClr val="bg1"/>
            </a:solidFill>
            <a:ln w="12700">
              <a:solidFill>
                <a:srgbClr val="000080"/>
              </a:solidFill>
              <a:prstDash val="sysDot"/>
              <a:miter lim="800000"/>
              <a:headEnd/>
              <a:tailEnd/>
            </a:ln>
            <a:effectLst>
              <a:outerShdw blurRad="50800" dist="38100" dir="2700000" algn="tl" rotWithShape="0">
                <a:prstClr val="black">
                  <a:alpha val="40000"/>
                </a:prstClr>
              </a:outerShdw>
            </a:effectLst>
          </p:spPr>
          <p:txBody>
            <a:bodyPr lIns="92075" tIns="172800" rIns="92075" bIns="172800"/>
            <a:lstStyle>
              <a:lvl1pPr marL="190500" indent="-190500" eaLnBrk="0" hangingPunct="0">
                <a:spcBef>
                  <a:spcPct val="20000"/>
                </a:spcBef>
                <a:buClr>
                  <a:schemeClr val="tx1"/>
                </a:buClr>
                <a:buChar char="•"/>
                <a:defRPr sz="2800">
                  <a:solidFill>
                    <a:schemeClr val="tx1"/>
                  </a:solidFill>
                  <a:latin typeface="Arial" panose="020B0604020202020204" pitchFamily="34" charset="0"/>
                </a:defRPr>
              </a:lvl1pPr>
              <a:lvl2pPr marL="742950" indent="-285750" eaLnBrk="0" hangingPunct="0">
                <a:spcBef>
                  <a:spcPct val="20000"/>
                </a:spcBef>
                <a:buClr>
                  <a:schemeClr val="tx1"/>
                </a:buClr>
                <a:buChar char="–"/>
                <a:defRPr sz="2600">
                  <a:solidFill>
                    <a:schemeClr val="tx1"/>
                  </a:solidFill>
                  <a:latin typeface="Arial" panose="020B0604020202020204" pitchFamily="34" charset="0"/>
                </a:defRPr>
              </a:lvl2pPr>
              <a:lvl3pPr marL="1143000" indent="-228600" eaLnBrk="0" hangingPunct="0">
                <a:spcBef>
                  <a:spcPct val="20000"/>
                </a:spcBef>
                <a:buClr>
                  <a:schemeClr val="tx1"/>
                </a:buClr>
                <a:buChar char="•"/>
                <a:defRPr sz="22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Arial" panose="020B0604020202020204" pitchFamily="34" charset="0"/>
                </a:defRPr>
              </a:lvl4pPr>
              <a:lvl5pPr marL="2057400" indent="-228600" eaLnBrk="0" hangingPunct="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50000"/>
                </a:spcBef>
                <a:buClr>
                  <a:srgbClr val="FF0000"/>
                </a:buClr>
                <a:buFont typeface="Wingdings" panose="05000000000000000000" pitchFamily="2" charset="2"/>
                <a:buNone/>
                <a:defRPr/>
              </a:pPr>
              <a:endParaRPr lang="en-GB" altLang="zh-CN" sz="1000">
                <a:solidFill>
                  <a:srgbClr val="000000"/>
                </a:solidFill>
                <a:ea typeface="SimSun" panose="02010600030101010101" pitchFamily="2" charset="-122"/>
              </a:endParaRPr>
            </a:p>
            <a:p>
              <a:pPr>
                <a:spcBef>
                  <a:spcPct val="50000"/>
                </a:spcBef>
                <a:buClr>
                  <a:srgbClr val="FF0000"/>
                </a:buClr>
                <a:buFont typeface="Wingdings" panose="05000000000000000000" pitchFamily="2" charset="2"/>
                <a:buChar char="n"/>
                <a:defRPr/>
              </a:pPr>
              <a:endParaRPr lang="en-GB" altLang="zh-CN" sz="1000">
                <a:solidFill>
                  <a:srgbClr val="000000"/>
                </a:solidFill>
                <a:ea typeface="SimSun" panose="02010600030101010101" pitchFamily="2" charset="-122"/>
              </a:endParaRPr>
            </a:p>
          </p:txBody>
        </p:sp>
        <p:sp>
          <p:nvSpPr>
            <p:cNvPr id="5135" name="Rectangle 14">
              <a:extLst>
                <a:ext uri="{FF2B5EF4-FFF2-40B4-BE49-F238E27FC236}">
                  <a16:creationId xmlns:a16="http://schemas.microsoft.com/office/drawing/2014/main" id="{7C7EBE72-2913-4FD7-8039-CAA5F13A9BAA}"/>
                </a:ext>
              </a:extLst>
            </p:cNvPr>
            <p:cNvSpPr>
              <a:spLocks noChangeArrowheads="1"/>
            </p:cNvSpPr>
            <p:nvPr>
              <p:custDataLst>
                <p:tags r:id="rId9"/>
              </p:custDataLst>
            </p:nvPr>
          </p:nvSpPr>
          <p:spPr bwMode="auto">
            <a:xfrm>
              <a:off x="4015838" y="5922229"/>
              <a:ext cx="818520" cy="242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pPr>
              <a:r>
                <a:rPr lang="en-US" altLang="zh-CN" sz="1300" b="1" i="1" dirty="0">
                  <a:solidFill>
                    <a:srgbClr val="000000"/>
                  </a:solidFill>
                  <a:latin typeface="Calibri" panose="020F0502020204030204" pitchFamily="34" charset="0"/>
                  <a:ea typeface="SimSun" panose="02010600030101010101" pitchFamily="2" charset="-122"/>
                </a:rPr>
                <a:t>Contact:</a:t>
              </a:r>
            </a:p>
          </p:txBody>
        </p:sp>
        <p:sp>
          <p:nvSpPr>
            <p:cNvPr id="5136" name="Content Placeholder 4">
              <a:extLst>
                <a:ext uri="{FF2B5EF4-FFF2-40B4-BE49-F238E27FC236}">
                  <a16:creationId xmlns:a16="http://schemas.microsoft.com/office/drawing/2014/main" id="{D72950AE-2684-455A-BD02-F9499E7ACFD4}"/>
                </a:ext>
              </a:extLst>
            </p:cNvPr>
            <p:cNvSpPr txBox="1">
              <a:spLocks/>
            </p:cNvSpPr>
            <p:nvPr>
              <p:custDataLst>
                <p:tags r:id="rId10"/>
              </p:custDataLst>
            </p:nvPr>
          </p:nvSpPr>
          <p:spPr bwMode="gray">
            <a:xfrm>
              <a:off x="4327651" y="6201227"/>
              <a:ext cx="2972006" cy="355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a:lstStyle>
              <a:lvl1pPr marL="57150">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spcAft>
                  <a:spcPts val="200"/>
                </a:spcAft>
                <a:buClrTx/>
                <a:buFontTx/>
                <a:buNone/>
              </a:pPr>
              <a:r>
                <a:rPr lang="en-GB" altLang="en-US" sz="1100" dirty="0">
                  <a:solidFill>
                    <a:srgbClr val="000000"/>
                  </a:solidFill>
                  <a:latin typeface="Calibri" panose="020F0502020204030204" pitchFamily="34" charset="0"/>
                  <a:hlinkClick r:id="rId25"/>
                </a:rPr>
                <a:t>francois.tchoumo@afs.com</a:t>
              </a:r>
              <a:r>
                <a:rPr lang="en-GB" altLang="en-US" sz="1100" dirty="0">
                  <a:solidFill>
                    <a:srgbClr val="000000"/>
                  </a:solidFill>
                  <a:latin typeface="Calibri" panose="020F0502020204030204" pitchFamily="34" charset="0"/>
                </a:rPr>
                <a:t> </a:t>
              </a:r>
            </a:p>
            <a:p>
              <a:pPr eaLnBrk="1" hangingPunct="1">
                <a:spcBef>
                  <a:spcPct val="0"/>
                </a:spcBef>
                <a:spcAft>
                  <a:spcPts val="200"/>
                </a:spcAft>
                <a:buClrTx/>
                <a:buFontTx/>
                <a:buNone/>
              </a:pPr>
              <a:r>
                <a:rPr lang="en-GB" altLang="en-US" sz="1100" dirty="0">
                  <a:solidFill>
                    <a:srgbClr val="000000"/>
                  </a:solidFill>
                  <a:latin typeface="Calibri" panose="020F0502020204030204" pitchFamily="34" charset="0"/>
                </a:rPr>
                <a:t>571-353-9866	</a:t>
              </a:r>
            </a:p>
          </p:txBody>
        </p:sp>
        <p:grpSp>
          <p:nvGrpSpPr>
            <p:cNvPr id="5137" name="Group 8">
              <a:extLst>
                <a:ext uri="{FF2B5EF4-FFF2-40B4-BE49-F238E27FC236}">
                  <a16:creationId xmlns:a16="http://schemas.microsoft.com/office/drawing/2014/main" id="{B074A15C-A666-438A-AA0A-B18DC4EDF03F}"/>
                </a:ext>
              </a:extLst>
            </p:cNvPr>
            <p:cNvGrpSpPr>
              <a:grpSpLocks/>
            </p:cNvGrpSpPr>
            <p:nvPr/>
          </p:nvGrpSpPr>
          <p:grpSpPr bwMode="auto">
            <a:xfrm>
              <a:off x="4073332" y="6200145"/>
              <a:ext cx="176451" cy="338754"/>
              <a:chOff x="-1449538" y="6180712"/>
              <a:chExt cx="184752" cy="375896"/>
            </a:xfrm>
          </p:grpSpPr>
          <p:pic>
            <p:nvPicPr>
              <p:cNvPr id="5138" name="Picture 3" descr="C:\Users\beverly.stark\Documents\_Resources_References\icons\Accenture-CAS_All-Icons\Icon_Envelope.png">
                <a:extLst>
                  <a:ext uri="{FF2B5EF4-FFF2-40B4-BE49-F238E27FC236}">
                    <a16:creationId xmlns:a16="http://schemas.microsoft.com/office/drawing/2014/main" id="{C8732DF3-E57C-4C2C-A635-0AFEC1B59CC9}"/>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449538" y="6180712"/>
                <a:ext cx="184752" cy="123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9" name="Picture 2" descr="C:\Users\beverly.stark\Documents\_Resources_References\icons\Accenture-CAS_All-Icons\Icon_Phone.png">
                <a:extLst>
                  <a:ext uri="{FF2B5EF4-FFF2-40B4-BE49-F238E27FC236}">
                    <a16:creationId xmlns:a16="http://schemas.microsoft.com/office/drawing/2014/main" id="{8F381295-E659-4C3B-A564-D37A986F8380}"/>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449538" y="6371856"/>
                <a:ext cx="184752" cy="184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5129" name="Group 3">
            <a:extLst>
              <a:ext uri="{FF2B5EF4-FFF2-40B4-BE49-F238E27FC236}">
                <a16:creationId xmlns:a16="http://schemas.microsoft.com/office/drawing/2014/main" id="{3B7A2152-E915-403D-8720-A9E170AEEE61}"/>
              </a:ext>
            </a:extLst>
          </p:cNvPr>
          <p:cNvGrpSpPr>
            <a:grpSpLocks/>
          </p:cNvGrpSpPr>
          <p:nvPr/>
        </p:nvGrpSpPr>
        <p:grpSpPr bwMode="auto">
          <a:xfrm>
            <a:off x="130165" y="5639942"/>
            <a:ext cx="3462348" cy="843206"/>
            <a:chOff x="3317875" y="5687939"/>
            <a:chExt cx="1624873" cy="1105911"/>
          </a:xfrm>
        </p:grpSpPr>
        <p:sp>
          <p:nvSpPr>
            <p:cNvPr id="27" name="Rectangle 6">
              <a:extLst>
                <a:ext uri="{FF2B5EF4-FFF2-40B4-BE49-F238E27FC236}">
                  <a16:creationId xmlns:a16="http://schemas.microsoft.com/office/drawing/2014/main" id="{F87E3E85-FB97-4C18-B850-8A08FBD7A364}"/>
                </a:ext>
              </a:extLst>
            </p:cNvPr>
            <p:cNvSpPr>
              <a:spLocks noChangeArrowheads="1"/>
            </p:cNvSpPr>
            <p:nvPr>
              <p:custDataLst>
                <p:tags r:id="rId5"/>
              </p:custDataLst>
            </p:nvPr>
          </p:nvSpPr>
          <p:spPr bwMode="auto">
            <a:xfrm>
              <a:off x="3317875" y="5840256"/>
              <a:ext cx="1624873" cy="953594"/>
            </a:xfrm>
            <a:prstGeom prst="rect">
              <a:avLst/>
            </a:prstGeom>
            <a:solidFill>
              <a:schemeClr val="bg1"/>
            </a:solidFill>
            <a:ln w="12700">
              <a:solidFill>
                <a:srgbClr val="000080"/>
              </a:solidFill>
              <a:prstDash val="sysDot"/>
              <a:miter lim="800000"/>
              <a:headEnd/>
              <a:tailEnd/>
            </a:ln>
            <a:effectLst>
              <a:outerShdw blurRad="50800" dist="38100" dir="2700000" algn="tl" rotWithShape="0">
                <a:prstClr val="black">
                  <a:alpha val="40000"/>
                </a:prstClr>
              </a:outerShdw>
            </a:effectLst>
          </p:spPr>
          <p:txBody>
            <a:bodyPr lIns="92075" tIns="173736" rIns="92075" bIns="172800"/>
            <a:lstStyle>
              <a:lvl1pPr eaLnBrk="0" hangingPunct="0">
                <a:spcBef>
                  <a:spcPct val="20000"/>
                </a:spcBef>
                <a:buClr>
                  <a:schemeClr val="tx1"/>
                </a:buClr>
                <a:buChar char="•"/>
                <a:defRPr sz="2800">
                  <a:solidFill>
                    <a:schemeClr val="tx1"/>
                  </a:solidFill>
                  <a:latin typeface="Arial" panose="020B0604020202020204" pitchFamily="34" charset="0"/>
                </a:defRPr>
              </a:lvl1pPr>
              <a:lvl2pPr marL="742950" indent="-285750" eaLnBrk="0" hangingPunct="0">
                <a:spcBef>
                  <a:spcPct val="20000"/>
                </a:spcBef>
                <a:buClr>
                  <a:schemeClr val="tx1"/>
                </a:buClr>
                <a:buChar char="–"/>
                <a:defRPr sz="2600">
                  <a:solidFill>
                    <a:schemeClr val="tx1"/>
                  </a:solidFill>
                  <a:latin typeface="Arial" panose="020B0604020202020204" pitchFamily="34" charset="0"/>
                </a:defRPr>
              </a:lvl2pPr>
              <a:lvl3pPr marL="1143000" indent="-228600" eaLnBrk="0" hangingPunct="0">
                <a:spcBef>
                  <a:spcPct val="20000"/>
                </a:spcBef>
                <a:buClr>
                  <a:schemeClr val="tx1"/>
                </a:buClr>
                <a:buChar char="•"/>
                <a:defRPr sz="2200">
                  <a:solidFill>
                    <a:schemeClr val="tx1"/>
                  </a:solidFill>
                  <a:latin typeface="Arial" panose="020B0604020202020204" pitchFamily="34" charset="0"/>
                </a:defRPr>
              </a:lvl3pPr>
              <a:lvl4pPr marL="1600200" indent="-228600" eaLnBrk="0" hangingPunct="0">
                <a:spcBef>
                  <a:spcPct val="20000"/>
                </a:spcBef>
                <a:buClr>
                  <a:schemeClr val="tx1"/>
                </a:buClr>
                <a:buChar char="–"/>
                <a:defRPr sz="2000">
                  <a:solidFill>
                    <a:schemeClr val="tx1"/>
                  </a:solidFill>
                  <a:latin typeface="Arial" panose="020B0604020202020204" pitchFamily="34" charset="0"/>
                </a:defRPr>
              </a:lvl4pPr>
              <a:lvl5pPr marL="2057400" indent="-228600" eaLnBrk="0" hangingPunct="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defRPr/>
              </a:pPr>
              <a:endParaRPr lang="en-US" altLang="en-US" sz="1000" dirty="0">
                <a:solidFill>
                  <a:srgbClr val="000000"/>
                </a:solidFill>
              </a:endParaRPr>
            </a:p>
          </p:txBody>
        </p:sp>
        <p:sp>
          <p:nvSpPr>
            <p:cNvPr id="5132" name="Rectangle 8">
              <a:extLst>
                <a:ext uri="{FF2B5EF4-FFF2-40B4-BE49-F238E27FC236}">
                  <a16:creationId xmlns:a16="http://schemas.microsoft.com/office/drawing/2014/main" id="{263B783B-59BF-4FB0-A5BA-A93E6AFEEFA0}"/>
                </a:ext>
              </a:extLst>
            </p:cNvPr>
            <p:cNvSpPr>
              <a:spLocks noChangeArrowheads="1"/>
            </p:cNvSpPr>
            <p:nvPr>
              <p:custDataLst>
                <p:tags r:id="rId6"/>
              </p:custDataLst>
            </p:nvPr>
          </p:nvSpPr>
          <p:spPr bwMode="auto">
            <a:xfrm>
              <a:off x="3365750" y="5687939"/>
              <a:ext cx="436398" cy="3130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lnSpc>
                  <a:spcPct val="110000"/>
                </a:lnSpc>
                <a:spcBef>
                  <a:spcPct val="0"/>
                </a:spcBef>
                <a:buClrTx/>
                <a:buFontTx/>
                <a:buNone/>
              </a:pPr>
              <a:r>
                <a:rPr lang="en-US" altLang="zh-CN" sz="1300" b="1" i="1" dirty="0">
                  <a:solidFill>
                    <a:srgbClr val="000000"/>
                  </a:solidFill>
                  <a:latin typeface="Calibri" panose="020F0502020204030204" pitchFamily="34" charset="0"/>
                  <a:ea typeface="SimSun" panose="02010600030101010101" pitchFamily="2" charset="-122"/>
                </a:rPr>
                <a:t>Education: </a:t>
              </a:r>
            </a:p>
          </p:txBody>
        </p:sp>
        <p:sp>
          <p:nvSpPr>
            <p:cNvPr id="5133" name="TextBox 22">
              <a:extLst>
                <a:ext uri="{FF2B5EF4-FFF2-40B4-BE49-F238E27FC236}">
                  <a16:creationId xmlns:a16="http://schemas.microsoft.com/office/drawing/2014/main" id="{BC6EC9E4-5CF6-4B61-AB2D-8E181456FF4B}"/>
                </a:ext>
              </a:extLst>
            </p:cNvPr>
            <p:cNvSpPr txBox="1">
              <a:spLocks noChangeArrowheads="1"/>
            </p:cNvSpPr>
            <p:nvPr>
              <p:custDataLst>
                <p:tags r:id="rId7"/>
              </p:custDataLst>
            </p:nvPr>
          </p:nvSpPr>
          <p:spPr bwMode="auto">
            <a:xfrm>
              <a:off x="3329277" y="5977685"/>
              <a:ext cx="1607410" cy="343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100" b="1" dirty="0">
                  <a:latin typeface="Calibri" panose="020F0502020204030204" pitchFamily="34" charset="0"/>
                </a:rPr>
                <a:t>M.S. Computer Science </a:t>
              </a:r>
              <a:r>
                <a:rPr lang="en-US" altLang="en-US" sz="1100" dirty="0">
                  <a:latin typeface="Calibri" panose="020F0502020204030204" pitchFamily="34" charset="0"/>
                </a:rPr>
                <a:t>– University of Dschang</a:t>
              </a:r>
            </a:p>
          </p:txBody>
        </p:sp>
      </p:grpSp>
      <p:pic>
        <p:nvPicPr>
          <p:cNvPr id="4" name="Picture 3">
            <a:extLst>
              <a:ext uri="{FF2B5EF4-FFF2-40B4-BE49-F238E27FC236}">
                <a16:creationId xmlns:a16="http://schemas.microsoft.com/office/drawing/2014/main" id="{FE109E85-3262-CBF0-A658-A04EF8A6B2AA}"/>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729531" y="931202"/>
            <a:ext cx="2161415" cy="1606879"/>
          </a:xfrm>
          <a:prstGeom prst="rect">
            <a:avLst/>
          </a:prstGeom>
        </p:spPr>
      </p:pic>
      <p:sp>
        <p:nvSpPr>
          <p:cNvPr id="7" name="TextBox 22">
            <a:extLst>
              <a:ext uri="{FF2B5EF4-FFF2-40B4-BE49-F238E27FC236}">
                <a16:creationId xmlns:a16="http://schemas.microsoft.com/office/drawing/2014/main" id="{4D83E681-D192-2EC1-94B8-57B36C617648}"/>
              </a:ext>
            </a:extLst>
          </p:cNvPr>
          <p:cNvSpPr txBox="1">
            <a:spLocks noChangeArrowheads="1"/>
          </p:cNvSpPr>
          <p:nvPr>
            <p:custDataLst>
              <p:tags r:id="rId4"/>
            </p:custDataLst>
          </p:nvPr>
        </p:nvSpPr>
        <p:spPr bwMode="auto">
          <a:xfrm>
            <a:off x="154661" y="6078847"/>
            <a:ext cx="345339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Char char="•"/>
              <a:defRPr sz="2800">
                <a:solidFill>
                  <a:schemeClr val="tx1"/>
                </a:solidFill>
                <a:latin typeface="Arial" panose="020B0604020202020204" pitchFamily="34" charset="0"/>
              </a:defRPr>
            </a:lvl1pPr>
            <a:lvl2pPr marL="742950" indent="-285750">
              <a:spcBef>
                <a:spcPct val="20000"/>
              </a:spcBef>
              <a:buClr>
                <a:schemeClr val="tx1"/>
              </a:buClr>
              <a:buChar char="–"/>
              <a:defRPr sz="2600">
                <a:solidFill>
                  <a:schemeClr val="tx1"/>
                </a:solidFill>
                <a:latin typeface="Arial" panose="020B0604020202020204" pitchFamily="34" charset="0"/>
              </a:defRPr>
            </a:lvl2pPr>
            <a:lvl3pPr marL="1143000" indent="-228600">
              <a:spcBef>
                <a:spcPct val="20000"/>
              </a:spcBef>
              <a:buClr>
                <a:schemeClr val="tx1"/>
              </a:buClr>
              <a:buChar char="•"/>
              <a:defRPr sz="22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100" b="1" dirty="0">
                <a:latin typeface="Calibri" panose="020F0502020204030204" pitchFamily="34" charset="0"/>
              </a:rPr>
              <a:t>B.S. Computer Science </a:t>
            </a:r>
            <a:r>
              <a:rPr lang="en-US" altLang="en-US" sz="1100" dirty="0">
                <a:latin typeface="Calibri" panose="020F0502020204030204" pitchFamily="34" charset="0"/>
              </a:rPr>
              <a:t>– University of Dschang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TBOX" val="Text"/>
  <p:tag name="ARTICULATE_PROJECT_OPEN" val="0"/>
  <p:tag name="THINKCELLUNDODONOTDELETE" val="8"/>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wy2NCjm8Eylt.BAB4RVW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3zuUw_4FK02df__Vufg3e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yBovKYZlt0enNi8YCxvRn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uu9EHuz6IkG9YuqTayGoq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HcWJOVY7ZkeqcfqnheCuL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yBovKYZlt0enNi8YCxvRn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qlk1IWHoJkKj3Yqc0X2ma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QHNc1sf4Z0WQuGo4ceijA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ahzBYFZXHk6xE4K9PM5z5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NBU0B3o9k0a1iGaCVhEYu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LmlXtqrXwUSTTpM15Yiyy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yBovKYZlt0enNi8YCxvRn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wt2mTdibD0G3FqShfI3NX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uu9EHuz6IkG9YuqTayGoq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oKM6qubCgkW4cUUR2ufd3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HcWJOVY7ZkeqcfqnheCuL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uu9EHuz6IkG9YuqTayGoq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YEiBAkF5TU2tNMmx1qMG8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bi5FCXs430G0bDPYk3votg"/>
</p:tagLst>
</file>

<file path=ppt/theme/theme1.xml><?xml version="1.0" encoding="utf-8"?>
<a:theme xmlns:a="http://schemas.openxmlformats.org/drawingml/2006/main" name="Accenture Intermediate-Title Brand">
  <a:themeElements>
    <a:clrScheme name="Accenture Intermediate-Title Brand 2">
      <a:dk1>
        <a:srgbClr val="000000"/>
      </a:dk1>
      <a:lt1>
        <a:srgbClr val="FFFFFF"/>
      </a:lt1>
      <a:dk2>
        <a:srgbClr val="000000"/>
      </a:dk2>
      <a:lt2>
        <a:srgbClr val="C0C0C0"/>
      </a:lt2>
      <a:accent1>
        <a:srgbClr val="006699"/>
      </a:accent1>
      <a:accent2>
        <a:srgbClr val="FF6600"/>
      </a:accent2>
      <a:accent3>
        <a:srgbClr val="FFFFFF"/>
      </a:accent3>
      <a:accent4>
        <a:srgbClr val="000000"/>
      </a:accent4>
      <a:accent5>
        <a:srgbClr val="AAB8CA"/>
      </a:accent5>
      <a:accent6>
        <a:srgbClr val="E75C00"/>
      </a:accent6>
      <a:hlink>
        <a:srgbClr val="663399"/>
      </a:hlink>
      <a:folHlink>
        <a:srgbClr val="FF0000"/>
      </a:folHlink>
    </a:clrScheme>
    <a:fontScheme name="Accenture Intermediate-Title Bran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515938" marR="0" indent="-45720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515938" marR="0" indent="-45720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lnDef>
  </a:objectDefaults>
  <a:extraClrSchemeLst>
    <a:extraClrScheme>
      <a:clrScheme name="Accenture Intermediate-Title Brand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Accenture Intermediate-Title Brand 2">
        <a:dk1>
          <a:srgbClr val="000000"/>
        </a:dk1>
        <a:lt1>
          <a:srgbClr val="FFFFFF"/>
        </a:lt1>
        <a:dk2>
          <a:srgbClr val="000000"/>
        </a:dk2>
        <a:lt2>
          <a:srgbClr val="C0C0C0"/>
        </a:lt2>
        <a:accent1>
          <a:srgbClr val="006699"/>
        </a:accent1>
        <a:accent2>
          <a:srgbClr val="FF6600"/>
        </a:accent2>
        <a:accent3>
          <a:srgbClr val="FFFFFF"/>
        </a:accent3>
        <a:accent4>
          <a:srgbClr val="000000"/>
        </a:accent4>
        <a:accent5>
          <a:srgbClr val="AAB8CA"/>
        </a:accent5>
        <a:accent6>
          <a:srgbClr val="E75C00"/>
        </a:accent6>
        <a:hlink>
          <a:srgbClr val="663399"/>
        </a:hlink>
        <a:folHlink>
          <a:srgbClr val="FF0000"/>
        </a:folHlink>
      </a:clrScheme>
      <a:clrMap bg1="lt1" tx1="dk1" bg2="lt2" tx2="dk2" accent1="accent1" accent2="accent2" accent3="accent3" accent4="accent4" accent5="accent5" accent6="accent6" hlink="hlink" folHlink="folHlink"/>
    </a:extraClrScheme>
    <a:extraClrScheme>
      <a:clrScheme name="Accenture Intermediate-Title Brand 3">
        <a:dk1>
          <a:srgbClr val="000000"/>
        </a:dk1>
        <a:lt1>
          <a:srgbClr val="FFFFFF"/>
        </a:lt1>
        <a:dk2>
          <a:srgbClr val="000000"/>
        </a:dk2>
        <a:lt2>
          <a:srgbClr val="C0C0C0"/>
        </a:lt2>
        <a:accent1>
          <a:srgbClr val="336633"/>
        </a:accent1>
        <a:accent2>
          <a:srgbClr val="336666"/>
        </a:accent2>
        <a:accent3>
          <a:srgbClr val="FFFFFF"/>
        </a:accent3>
        <a:accent4>
          <a:srgbClr val="000000"/>
        </a:accent4>
        <a:accent5>
          <a:srgbClr val="ADB8AD"/>
        </a:accent5>
        <a:accent6>
          <a:srgbClr val="2D5C5C"/>
        </a:accent6>
        <a:hlink>
          <a:srgbClr val="990033"/>
        </a:hlink>
        <a:folHlink>
          <a:srgbClr val="666633"/>
        </a:folHlink>
      </a:clrScheme>
      <a:clrMap bg1="lt1" tx1="dk1" bg2="lt2" tx2="dk2" accent1="accent1" accent2="accent2" accent3="accent3" accent4="accent4" accent5="accent5" accent6="accent6" hlink="hlink" folHlink="folHlink"/>
    </a:extraClrScheme>
    <a:extraClrScheme>
      <a:clrScheme name="Accenture Intermediate-Title Brand 4">
        <a:dk1>
          <a:srgbClr val="000000"/>
        </a:dk1>
        <a:lt1>
          <a:srgbClr val="FFFFFF"/>
        </a:lt1>
        <a:dk2>
          <a:srgbClr val="000000"/>
        </a:dk2>
        <a:lt2>
          <a:srgbClr val="C0C0C0"/>
        </a:lt2>
        <a:accent1>
          <a:srgbClr val="CCCC33"/>
        </a:accent1>
        <a:accent2>
          <a:srgbClr val="66CC00"/>
        </a:accent2>
        <a:accent3>
          <a:srgbClr val="FFFFFF"/>
        </a:accent3>
        <a:accent4>
          <a:srgbClr val="000000"/>
        </a:accent4>
        <a:accent5>
          <a:srgbClr val="E2E2AD"/>
        </a:accent5>
        <a:accent6>
          <a:srgbClr val="5CB900"/>
        </a:accent6>
        <a:hlink>
          <a:srgbClr val="0099CC"/>
        </a:hlink>
        <a:folHlink>
          <a:srgbClr val="66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ListForm</Display>
  <Edit>ListForm</Edit>
  <New>ListForm</New>
</FormTemplates>
</file>

<file path=customXml/item2.xml><?xml version="1.0" encoding="utf-8"?>
<LongProperties xmlns="http://schemas.microsoft.com/office/2006/metadata/longProperties">
  <LongProp xmlns="" name="Abstract"><![CDATA[The AMC Way Proposal Toolkit is newly comprised of three documents to support the development of proposals that are anchored in the Accenture Management Consulting Way. 
The Proposal Toolkit: 
1. Proposal Protocol—NEW! April 2012 
2. Proposal Template Guide--NEW! Updated April 2012 
3. Proposal Template – NEW! April 2012—six design options in the new Brand and a new storyline 
View all the different Proposal Template design options for PowerPoint and MS Word and download your choice by visiting <a href="https://sites.accenture.com/publishing/managementconsulting/AMCStyleGuide/Templates/Pages/GeneralProposalTemplates.aspx"><b> the new landing page</a></b>.
Start with the Proposal Protocol, which is our philosophy for how we “do” proposals in Management Consulting. Then review the Proposal Template Guide, and finally, select a Template that will work for your client.  
In addition, use the Global Proposal Excellence Framework along the way as a checklist to assist you in creating an exceptional proposal for your client.  
Use of the Proposal Toolkit is intended to improve the effectiveness of our promotional efforts, better reflect client expectations and enhance the client experience—and position Accenture Management Consulting as the partner of choice. 
]]></LongProp>
  <LongProp xmlns="" name="PertinentToOrgUnit"><![CDATA[;#6793;~Management Consulting;#11448;~Global Talent and Innovation Network (GTIN);#6794;~Customer Relationship Management;#6795;~Finance and Enterprise Performance;#6798;~Operations;#10353;~Risk Management;#6797;~Strategy;#12001;~Sustainability Services;#6796;~Talent and Organization]]></LongProp>
  <LongProp xmlns="" name="IndustryKeywords"><![CDATA[;#312;~Automotive;#515;~Building Materials;#323;~Capital Markets;#329;~Chemicals;#330;~Communications Industry;#335;~Consumer Goods and Services;#12206;~Consumer Healthcare;#343;~Electronics and High Tech;#353;~Energy;#357;~Forest Products;#377;~Health;#384;~Industrial Equipment;#9977;~Infrastructure and Transportation;#389;~Insurance;#9729;~Life Sciences;#400;~Media and Entertainment;#410;~Metals;#506;~Mining;#9009;~Nonprofit Organizations;#361;~Public Service;#421;~Retail;#433;~Travel and Transport Services;#439;~Utilities]]></LongProp>
</LongProperties>
</file>

<file path=customXml/item3.xml><?xml version="1.0" encoding="utf-8"?>
<ct:contentTypeSchema xmlns:ct="http://schemas.microsoft.com/office/2006/metadata/contentType" xmlns:ma="http://schemas.microsoft.com/office/2006/metadata/properties/metaAttributes" ct:_="" ma:_="" ma:contentTypeName="Folder" ma:contentTypeID="0x0120005375F267CABD4440910CB0CECC987604" ma:contentTypeVersion="0" ma:contentTypeDescription="Create a new folder." ma:contentTypeScope="" ma:versionID="18a614c4c6add9677796422b6b53a9e7">
  <xsd:schema xmlns:xsd="http://www.w3.org/2001/XMLSchema" xmlns:xs="http://www.w3.org/2001/XMLSchema" xmlns:p="http://schemas.microsoft.com/office/2006/metadata/properties" xmlns:ns1="http://schemas.microsoft.com/sharepoint/v3" targetNamespace="http://schemas.microsoft.com/office/2006/metadata/properties" ma:root="true" ma:fieldsID="51014dae61cc99f9ffdb2503fba242f8" ns1:_="">
    <xsd:import namespace="http://schemas.microsoft.com/sharepoint/v3"/>
    <xsd:element name="properties">
      <xsd:complexType>
        <xsd:sequence>
          <xsd:element name="documentManagement">
            <xsd:complexType>
              <xsd:all>
                <xsd:element ref="ns1:ItemChildCount" minOccurs="0"/>
                <xsd:element ref="ns1:FolderChild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ItemChildCount" ma:index="3" nillable="true" ma:displayName="Item Child Count" ma:hidden="true" ma:list="Docs" ma:internalName="ItemChildCount" ma:readOnly="true" ma:showField="ItemChildCount">
      <xsd:simpleType>
        <xsd:restriction base="dms:Lookup"/>
      </xsd:simpleType>
    </xsd:element>
    <xsd:element name="FolderChildCount" ma:index="4" nillable="true" ma:displayName="Folder Child Count" ma:hidden="true" ma:list="Docs" ma:internalName="FolderChildCount" ma:readOnly="true" ma:showField="FolderChildCount">
      <xsd:simpleType>
        <xsd:restriction base="dms:Lookup"/>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99A9FA2-7700-4E05-8DF2-AC7D657346A2}">
  <ds:schemaRefs>
    <ds:schemaRef ds:uri="http://schemas.microsoft.com/sharepoint/v3/contenttype/forms"/>
  </ds:schemaRefs>
</ds:datastoreItem>
</file>

<file path=customXml/itemProps2.xml><?xml version="1.0" encoding="utf-8"?>
<ds:datastoreItem xmlns:ds="http://schemas.openxmlformats.org/officeDocument/2006/customXml" ds:itemID="{FD854F95-4795-415C-9AD8-B545E34E10F3}">
  <ds:schemaRefs>
    <ds:schemaRef ds:uri="http://schemas.microsoft.com/office/2006/metadata/longProperties"/>
    <ds:schemaRef ds:uri=""/>
  </ds:schemaRefs>
</ds:datastoreItem>
</file>

<file path=customXml/itemProps3.xml><?xml version="1.0" encoding="utf-8"?>
<ds:datastoreItem xmlns:ds="http://schemas.openxmlformats.org/officeDocument/2006/customXml" ds:itemID="{DF995E6D-C709-4842-AF75-E15DEAEBA9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B5765489-0EC0-4C38-920B-9A04AD50F1F5}">
  <ds:schemaRefs>
    <ds:schemaRef ds:uri="http://schemas.microsoft.com/office/infopath/2007/PartnerControls"/>
    <ds:schemaRef ds:uri="http://purl.org/dc/dcmitype/"/>
    <ds:schemaRef ds:uri="http://purl.org/dc/terms/"/>
    <ds:schemaRef ds:uri="http://schemas.microsoft.com/office/2006/documentManagement/types"/>
    <ds:schemaRef ds:uri="http://schemas.microsoft.com/sharepoint/v3"/>
    <ds:schemaRef ds:uri="http://schemas.openxmlformats.org/package/2006/metadata/core-properties"/>
    <ds:schemaRef ds:uri="http://schemas.microsoft.com/office/2006/metadata/properties"/>
    <ds:schemaRef ds:uri="http://www.w3.org/XML/1998/namespace"/>
    <ds:schemaRef ds:uri="http://purl.org/dc/elements/1.1/"/>
  </ds:schemaRefs>
</ds:datastoreItem>
</file>

<file path=docMetadata/LabelInfo.xml><?xml version="1.0" encoding="utf-8"?>
<clbl:labelList xmlns:clbl="http://schemas.microsoft.com/office/2020/mipLabelMetadata">
  <clbl:label id="{6c9b68e5-0371-4f27-93af-8d15f794dc29}" enabled="1" method="Privileged" siteId="{a01f407a-85cb-4a16-98bb-f28e6384bd28}" removed="0"/>
</clbl:labelList>
</file>

<file path=docProps/app.xml><?xml version="1.0" encoding="utf-8"?>
<Properties xmlns="http://schemas.openxmlformats.org/officeDocument/2006/extended-properties" xmlns:vt="http://schemas.openxmlformats.org/officeDocument/2006/docPropsVTypes">
  <Template>AMC Way_General Template_Growth_January 2012</Template>
  <TotalTime>61430</TotalTime>
  <Words>406</Words>
  <Application>Microsoft Office PowerPoint</Application>
  <PresentationFormat>On-screen Show (4:3)</PresentationFormat>
  <Paragraphs>38</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SimSun</vt:lpstr>
      <vt:lpstr>Arial</vt:lpstr>
      <vt:lpstr>Calibri</vt:lpstr>
      <vt:lpstr>Wingdings</vt:lpstr>
      <vt:lpstr>Accenture Intermediate-Title Brand</vt:lpstr>
      <vt:lpstr>think-cell Slide</vt:lpstr>
      <vt:lpstr>Francois Tchoumo Quality Engineering Associate Manager</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Sarah Mason, Technology Manager</dc:title>
  <dc:creator>Accenture Management Consulting</dc:creator>
  <cp:lastModifiedBy>Tchoumo, Francois</cp:lastModifiedBy>
  <cp:revision>518</cp:revision>
  <cp:lastPrinted>2017-12-20T20:13:51Z</cp:lastPrinted>
  <dcterms:created xsi:type="dcterms:W3CDTF">2009-07-22T06:53:27Z</dcterms:created>
  <dcterms:modified xsi:type="dcterms:W3CDTF">2026-07-30T20:51:24Z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0x0120005375F267CABD4440910CB0CECC987604</vt:lpwstr>
  </property>
  <property fmtid="{D5CDD505-2E9C-101B-9397-08002B2CF9AE}" pid="3" name="Status">
    <vt:lpwstr>Released</vt:lpwstr>
  </property>
  <property fmtid="{D5CDD505-2E9C-101B-9397-08002B2CF9AE}" pid="4" name="AssetClass">
    <vt:lpwstr>Enablement Tools</vt:lpwstr>
  </property>
  <property fmtid="{D5CDD505-2E9C-101B-9397-08002B2CF9AE}" pid="5" name="TaxKeyword">
    <vt:lpwstr/>
  </property>
  <property fmtid="{D5CDD505-2E9C-101B-9397-08002B2CF9AE}" pid="6" name="Topic">
    <vt:lpwstr>Learning</vt:lpwstr>
  </property>
  <property fmtid="{D5CDD505-2E9C-101B-9397-08002B2CF9AE}" pid="7" name="MediaServiceImageTags">
    <vt:lpwstr/>
  </property>
  <property fmtid="{D5CDD505-2E9C-101B-9397-08002B2CF9AE}" pid="8" name="TaxCatchAll">
    <vt:lpwstr/>
  </property>
  <property fmtid="{D5CDD505-2E9C-101B-9397-08002B2CF9AE}" pid="9" name="lcf76f155ced4ddcb4097134ff3c332f">
    <vt:lpwstr/>
  </property>
  <property fmtid="{D5CDD505-2E9C-101B-9397-08002B2CF9AE}" pid="10" name="TaxKeywordTaxHTField">
    <vt:lpwstr/>
  </property>
</Properties>
</file>